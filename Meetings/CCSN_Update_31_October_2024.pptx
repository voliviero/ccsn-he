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0351e817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0351e817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0351e817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0351e817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10351e817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10351e817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0351e817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0351e817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0351e817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0351e817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0351e817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0351e817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0351e817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0351e817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pegasuskmurase/ModelTemplates/tree/main/SNHEMM" TargetMode="External"/><Relationship Id="rId4" Type="http://schemas.openxmlformats.org/officeDocument/2006/relationships/hyperlink" Target="https://arxiv.org/abs/1705.04750v4" TargetMode="External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hyperlink" Target="https://arxiv.org/pdf/2312.1723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5" y="1596548"/>
            <a:ext cx="9144001" cy="1532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9926" l="0" r="7321" t="0"/>
          <a:stretch/>
        </p:blipFill>
        <p:spPr>
          <a:xfrm>
            <a:off x="549125" y="2577625"/>
            <a:ext cx="8192101" cy="6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245375" y="3052545"/>
            <a:ext cx="53214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Weekly analysis group meeting 31/10/24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34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Step 1: Model of the Light Curve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863550"/>
            <a:ext cx="460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We used the neutrino flux by Murase simulation: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en-GB" u="sng">
                <a:solidFill>
                  <a:schemeClr val="accent1"/>
                </a:solidFill>
                <a:highlight>
                  <a:schemeClr val="lt1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https://github.com/pegasuskmurase/ModelTemplates/tree/main/SNHEMM</a:t>
            </a: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)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Firstly, we managed to reproduce the Light Curve (fig 1 from the </a:t>
            </a:r>
            <a:r>
              <a:rPr lang="en-GB" u="sng">
                <a:solidFill>
                  <a:schemeClr val="accent1"/>
                </a:solidFill>
                <a:highlight>
                  <a:schemeClr val="lt1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paper</a:t>
            </a:r>
            <a:r>
              <a:rPr lang="en-GB">
                <a:solidFill>
                  <a:schemeClr val="dk1"/>
                </a:solidFill>
                <a:highlight>
                  <a:schemeClr val="lt1"/>
                </a:highlight>
              </a:rPr>
              <a:t>) for IIn and II-P type SN.</a:t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4421" y="987146"/>
            <a:ext cx="3902001" cy="3169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5645650" y="582250"/>
            <a:ext cx="351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5640825" y="4156375"/>
            <a:ext cx="3710400" cy="9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Light curves for various </a:t>
            </a:r>
            <a:r>
              <a:rPr lang="en-GB" sz="1800">
                <a:solidFill>
                  <a:schemeClr val="dk2"/>
                </a:solidFill>
              </a:rPr>
              <a:t>type </a:t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of SN at Ev = 1TeV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4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Step 2: Model of the Fluence</a:t>
            </a:r>
            <a:endParaRPr b="1"/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7925" y="1951313"/>
            <a:ext cx="4416774" cy="288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50" y="1949775"/>
            <a:ext cx="4416775" cy="28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387800" y="921975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also reproduced the fluences of neutrinos, for both </a:t>
            </a:r>
            <a:r>
              <a:rPr lang="en-GB" sz="1800">
                <a:solidFill>
                  <a:schemeClr val="dk2"/>
                </a:solidFill>
              </a:rPr>
              <a:t>type of SN, </a:t>
            </a:r>
            <a:r>
              <a:rPr lang="en-GB" sz="1800">
                <a:solidFill>
                  <a:schemeClr val="dk2"/>
                </a:solidFill>
              </a:rPr>
              <a:t>considering the time </a:t>
            </a:r>
            <a:r>
              <a:rPr b="1" lang="en-GB" sz="1800">
                <a:solidFill>
                  <a:schemeClr val="dk2"/>
                </a:solidFill>
              </a:rPr>
              <a:t>t_νmax</a:t>
            </a:r>
            <a:r>
              <a:rPr lang="en-GB" sz="1800">
                <a:solidFill>
                  <a:schemeClr val="dk2"/>
                </a:solidFill>
              </a:rPr>
              <a:t>, which is the time when the significance of neutrino emission becomes the maximum. (See fig. 2 right from this other Murase’s </a:t>
            </a:r>
            <a:r>
              <a:rPr lang="en-GB" sz="1800" u="sng">
                <a:solidFill>
                  <a:schemeClr val="hlink"/>
                </a:solidFill>
                <a:hlinkClick r:id="rId5"/>
              </a:rPr>
              <a:t>paper</a:t>
            </a:r>
            <a:r>
              <a:rPr lang="en-GB" sz="1800">
                <a:solidFill>
                  <a:schemeClr val="dk2"/>
                </a:solidFill>
              </a:rPr>
              <a:t>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5759950" y="212975"/>
            <a:ext cx="14331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The fluences will be used as inputs for gSeaGen simulation (we are waiting for Anna Sin.)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The light curves will be used for the time-dependent unbinned likelihood (signal time PDF)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In the </a:t>
            </a:r>
            <a:r>
              <a:rPr lang="en-GB" sz="1600"/>
              <a:t>meanwhile</a:t>
            </a:r>
            <a:r>
              <a:rPr lang="en-GB" sz="1600"/>
              <a:t>, we have been focusing on reproducing the </a:t>
            </a:r>
            <a:r>
              <a:rPr b="1" lang="en-GB" sz="1600"/>
              <a:t>expected number</a:t>
            </a:r>
            <a:r>
              <a:rPr lang="en-GB" sz="1600"/>
              <a:t> of </a:t>
            </a:r>
            <a:r>
              <a:rPr lang="en-GB" sz="1600"/>
              <a:t>neutrinos,</a:t>
            </a:r>
            <a:r>
              <a:rPr lang="en-GB" sz="1600"/>
              <a:t> considering time range </a:t>
            </a:r>
            <a:r>
              <a:rPr lang="en-GB" sz="1600"/>
              <a:t>correspondent</a:t>
            </a:r>
            <a:r>
              <a:rPr lang="en-GB" sz="1600"/>
              <a:t> to the HE neutrino emission as predicted in the Murase model.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 rotWithShape="1">
          <a:blip r:embed="rId3">
            <a:alphaModFix/>
          </a:blip>
          <a:srcRect b="33853" l="0" r="0" t="0"/>
          <a:stretch/>
        </p:blipFill>
        <p:spPr>
          <a:xfrm>
            <a:off x="2670075" y="3019450"/>
            <a:ext cx="4531799" cy="14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4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Step 3: Event rate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3547" y="1152475"/>
            <a:ext cx="4531799" cy="2124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7"/>
          <p:cNvCxnSpPr>
            <a:endCxn id="88" idx="3"/>
          </p:cNvCxnSpPr>
          <p:nvPr/>
        </p:nvCxnSpPr>
        <p:spPr>
          <a:xfrm flipH="1">
            <a:off x="2005650" y="1715875"/>
            <a:ext cx="1230900" cy="90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7"/>
          <p:cNvSpPr/>
          <p:nvPr/>
        </p:nvSpPr>
        <p:spPr>
          <a:xfrm>
            <a:off x="36150" y="2255875"/>
            <a:ext cx="1969500" cy="73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Duration of the HE neutrino emission</a:t>
            </a:r>
            <a:endParaRPr/>
          </a:p>
        </p:txBody>
      </p:sp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4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Step 3: Event rate</a:t>
            </a:r>
            <a:endParaRPr b="1"/>
          </a:p>
        </p:txBody>
      </p:sp>
      <p:sp>
        <p:nvSpPr>
          <p:cNvPr id="90" name="Google Shape;90;p17"/>
          <p:cNvSpPr/>
          <p:nvPr/>
        </p:nvSpPr>
        <p:spPr>
          <a:xfrm>
            <a:off x="311700" y="3691550"/>
            <a:ext cx="8402700" cy="119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would like to consider the Aeff at different declinations, according (for example) to the different SNe registered in 2022, 2023.. during ARCA8/ARCA21 period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→ we need to do new catalogue selection (for example within 10 kpc  to 10 Mpc)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863550"/>
            <a:ext cx="867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 the beginning, Thijs kindly helped with the ARCA230 Aeff, and Meriem with ARCA21 Aeff but this is </a:t>
            </a:r>
            <a:r>
              <a:rPr lang="en-GB"/>
              <a:t>averaged</a:t>
            </a:r>
            <a:r>
              <a:rPr lang="en-GB"/>
              <a:t> over all declination (we </a:t>
            </a:r>
            <a:r>
              <a:rPr lang="en-GB"/>
              <a:t>discover</a:t>
            </a:r>
            <a:r>
              <a:rPr lang="en-GB"/>
              <a:t> that is wrong to use these Aeff when you have a specific declination):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4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Step 3: Event rate</a:t>
            </a:r>
            <a:endParaRPr b="1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050" y="1391750"/>
            <a:ext cx="4392151" cy="280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7100" y="1391750"/>
            <a:ext cx="3697125" cy="29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Compute Aeff for specific declination 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Compute the number of expected events related to certain declinations considering different SN models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New catalogue of SN with different distances (for example from 10 Kpc to 10 Mpc)</a:t>
            </a:r>
            <a:endParaRPr sz="1600"/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4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Summary of next steps</a:t>
            </a:r>
            <a:endParaRPr b="1"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80551"/>
          <a:stretch/>
        </p:blipFill>
        <p:spPr>
          <a:xfrm>
            <a:off x="2498475" y="1468100"/>
            <a:ext cx="6282648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710200" y="3265150"/>
            <a:ext cx="7998900" cy="1577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to the group: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it correct to consider the discovery time as the time of explosion?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case not, how it is possible to retrieve this information? —&gt; we need it because the HE emission occurs mostly about 10^5 seconds after the explosion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