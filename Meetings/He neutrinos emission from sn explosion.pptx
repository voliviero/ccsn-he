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96" r:id="rId4"/>
  </p:sldMasterIdLst>
  <p:notesMasterIdLst>
    <p:notesMasterId r:id="rId17"/>
  </p:notesMasterIdLst>
  <p:handoutMasterIdLst>
    <p:handoutMasterId r:id="rId18"/>
  </p:handoutMasterIdLst>
  <p:sldIdLst>
    <p:sldId id="338" r:id="rId5"/>
    <p:sldId id="336" r:id="rId6"/>
    <p:sldId id="377" r:id="rId7"/>
    <p:sldId id="384" r:id="rId8"/>
    <p:sldId id="386" r:id="rId9"/>
    <p:sldId id="387" r:id="rId10"/>
    <p:sldId id="335" r:id="rId11"/>
    <p:sldId id="337" r:id="rId12"/>
    <p:sldId id="388" r:id="rId13"/>
    <p:sldId id="339" r:id="rId14"/>
    <p:sldId id="390" r:id="rId15"/>
    <p:sldId id="389" r:id="rId16"/>
  </p:sldIdLst>
  <p:sldSz cx="12192000" cy="6858000"/>
  <p:notesSz cx="6858000" cy="9144000"/>
  <p:defaultTextStyle>
    <a:defPPr rtl="0">
      <a:defRPr lang="it-IT"/>
    </a:defPPr>
    <a:lvl1pPr marL="0" algn="l" defTabSz="914400" rtl="0" eaLnBrk="1" latinLnBrk="0" hangingPunct="1">
      <a:defRPr lang="it-IT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it-IT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it-IT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it-IT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it-IT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it-IT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it-IT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it-IT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it-IT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92" userDrawn="1">
          <p15:clr>
            <a:srgbClr val="A4A3A4"/>
          </p15:clr>
        </p15:guide>
        <p15:guide id="2" pos="7056" userDrawn="1">
          <p15:clr>
            <a:srgbClr val="A4A3A4"/>
          </p15:clr>
        </p15:guide>
        <p15:guide id="3" orient="horz" pos="31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DCAF9ED-07DC-4A11-8D7F-57B35C25682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4" autoAdjust="0"/>
    <p:restoredTop sz="96537" autoAdjust="0"/>
  </p:normalViewPr>
  <p:slideViewPr>
    <p:cSldViewPr snapToGrid="0">
      <p:cViewPr>
        <p:scale>
          <a:sx n="70" d="100"/>
          <a:sy n="70" d="100"/>
        </p:scale>
        <p:origin x="738" y="48"/>
      </p:cViewPr>
      <p:guideLst>
        <p:guide orient="horz" pos="1392"/>
        <p:guide pos="7056"/>
        <p:guide orient="horz" pos="3168"/>
      </p:guideLst>
    </p:cSldViewPr>
  </p:slideViewPr>
  <p:outlineViewPr>
    <p:cViewPr>
      <p:scale>
        <a:sx n="33" d="100"/>
        <a:sy n="33" d="100"/>
      </p:scale>
      <p:origin x="0" y="-1103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97" d="100"/>
          <a:sy n="97" d="100"/>
        </p:scale>
        <p:origin x="2868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>
            <a:extLst>
              <a:ext uri="{FF2B5EF4-FFF2-40B4-BE49-F238E27FC236}">
                <a16:creationId xmlns:a16="http://schemas.microsoft.com/office/drawing/2014/main" id="{30E99E25-5B65-D93A-3010-8B947D67E65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it-IT" sz="1200"/>
            </a:lvl1pPr>
          </a:lstStyle>
          <a:p>
            <a:pPr rtl="0"/>
            <a:endParaRPr lang="it-IT" dirty="0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7DAEB28A-33CC-6CF5-1214-F2C3205F679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it-IT" sz="1200"/>
            </a:lvl1pPr>
          </a:lstStyle>
          <a:p>
            <a:pPr rtl="0"/>
            <a:fld id="{03E67EA5-8EFE-4CDE-A774-E9526279E6E4}" type="datetime1">
              <a:rPr lang="it-IT" smtClean="0"/>
              <a:t>28/05/2025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43D63414-6160-FF79-B3F6-CD615625C84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it-IT" sz="1200"/>
            </a:lvl1pPr>
          </a:lstStyle>
          <a:p>
            <a:pPr rtl="0"/>
            <a:endParaRPr lang="it-IT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2583E93F-BDEC-C5F7-2553-8324882C419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it-IT" sz="1200"/>
            </a:lvl1pPr>
          </a:lstStyle>
          <a:p>
            <a:pPr rtl="0"/>
            <a:fld id="{397C78D2-97D1-4B37-BDD1-08A09BD4CA99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36913595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5-28T16:00:13.71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1,'4352'0,"-4296"0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5-28T16:00:24.51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0,'8848'0,"-8821"0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5-28T16:00:40.92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1,'6336'0,"-6313"0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it-IT" sz="1200"/>
            </a:lvl1pPr>
          </a:lstStyle>
          <a:p>
            <a:pPr rtl="0"/>
            <a:endParaRPr lang="it-IT" dirty="0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it-IT" sz="1200"/>
            </a:lvl1pPr>
          </a:lstStyle>
          <a:p>
            <a:pPr rtl="0"/>
            <a:fld id="{78D779EF-F8B6-4ACA-8018-CCDCFAC7DE9C}" type="datetime1">
              <a:rPr lang="it-IT" smtClean="0"/>
              <a:t>28/05/2025</a:t>
            </a:fld>
            <a:endParaRPr lang="it-IT" dirty="0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it-IT"/>
            </a:defPPr>
          </a:lstStyle>
          <a:p>
            <a:pPr lvl="0" rtl="0"/>
            <a:r>
              <a:rPr lang="it-IT"/>
              <a:t>Fare clic per modificare lo stile del titolo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it-IT" sz="1200"/>
            </a:lvl1pPr>
          </a:lstStyle>
          <a:p>
            <a:pPr rtl="0"/>
            <a:endParaRPr lang="it-IT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it-IT" sz="1200"/>
            </a:lvl1pPr>
          </a:lstStyle>
          <a:p>
            <a:pPr rtl="0"/>
            <a:fld id="{D5939589-3E79-4C82-AA4A-FE78234FAA59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19496896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D5939589-3E79-4C82-AA4A-FE78234FAA59}" type="slidenum">
              <a:rPr lang="it-IT" smtClean="0"/>
              <a:t>1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8017961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solo titolo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59" y="357809"/>
            <a:ext cx="7983110" cy="3080335"/>
          </a:xfrm>
        </p:spPr>
        <p:txBody>
          <a:bodyPr lIns="0" tIns="0" rIns="0" bIns="0" rtlCol="0" anchor="b"/>
          <a:lstStyle>
            <a:lvl1pPr algn="l">
              <a:lnSpc>
                <a:spcPts val="5400"/>
              </a:lnSpc>
              <a:defRPr lang="it-IT" sz="5400" b="1" i="0" cap="all" spc="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it-IT"/>
              <a:t>Fare clic per modificare lo stile del titolo dello schema</a:t>
            </a:r>
            <a:endParaRPr lang="it-IT" dirty="0"/>
          </a:p>
        </p:txBody>
      </p:sp>
      <p:cxnSp>
        <p:nvCxnSpPr>
          <p:cNvPr id="9" name="Connettore diritto 8">
            <a:extLst>
              <a:ext uri="{FF2B5EF4-FFF2-40B4-BE49-F238E27FC236}">
                <a16:creationId xmlns:a16="http://schemas.microsoft.com/office/drawing/2014/main" id="{8E825845-66DD-4B77-A729-CD97D156F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3496322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uppo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161510" y="2744546"/>
            <a:ext cx="465456" cy="581432"/>
            <a:chOff x="7843462" y="2744546"/>
            <a:chExt cx="465456" cy="581432"/>
          </a:xfrm>
        </p:grpSpPr>
        <p:sp>
          <p:nvSpPr>
            <p:cNvPr id="19" name="Elemento grafico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  <p:sp>
          <p:nvSpPr>
            <p:cNvPr id="21" name="Elemento grafico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  <p:sp>
          <p:nvSpPr>
            <p:cNvPr id="23" name="Elemento grafico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</p:grpSp>
    </p:spTree>
    <p:extLst>
      <p:ext uri="{BB962C8B-B14F-4D97-AF65-F5344CB8AC3E}">
        <p14:creationId xmlns:p14="http://schemas.microsoft.com/office/powerpoint/2010/main" val="2137906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immagin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16544" y="614202"/>
            <a:ext cx="5918072" cy="2276856"/>
          </a:xfrm>
        </p:spPr>
        <p:txBody>
          <a:bodyPr lIns="0" tIns="0" rIns="0" bIns="0" rtlCol="0" anchor="b"/>
          <a:lstStyle>
            <a:lvl1pPr algn="r">
              <a:lnSpc>
                <a:spcPts val="4000"/>
              </a:lnSpc>
              <a:defRPr lang="it-IT" sz="4000" b="1" cap="all" spc="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it-IT"/>
              <a:t>Fare clic per inserire il titolo</a:t>
            </a:r>
          </a:p>
        </p:txBody>
      </p:sp>
      <p:sp>
        <p:nvSpPr>
          <p:cNvPr id="8" name="Segnaposto numero diapositiva 7">
            <a:extLst>
              <a:ext uri="{FF2B5EF4-FFF2-40B4-BE49-F238E27FC236}">
                <a16:creationId xmlns:a16="http://schemas.microsoft.com/office/drawing/2014/main" id="{1C738AB3-8054-6E21-C34C-36AF3A31AC4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 rtlCol="0"/>
          <a:lstStyle>
            <a:lvl1pPr>
              <a:defRPr lang="it-IT">
                <a:solidFill>
                  <a:schemeClr val="bg1"/>
                </a:solidFill>
              </a:defRPr>
            </a:lvl1pPr>
          </a:lstStyle>
          <a:p>
            <a:pPr rtl="0"/>
            <a:fld id="{D8DA9DAA-006C-4F4B-980E-E3DF019B24E2}" type="slidenum">
              <a:rPr lang="it-IT" smtClean="0"/>
              <a:pPr/>
              <a:t>‹N›</a:t>
            </a:fld>
            <a:endParaRPr lang="it-IT" dirty="0"/>
          </a:p>
        </p:txBody>
      </p:sp>
      <p:sp>
        <p:nvSpPr>
          <p:cNvPr id="19" name="Segnaposto immagine 18">
            <a:extLst>
              <a:ext uri="{FF2B5EF4-FFF2-40B4-BE49-F238E27FC236}">
                <a16:creationId xmlns:a16="http://schemas.microsoft.com/office/drawing/2014/main" id="{34120D15-E48C-4FBE-BB95-24DB36D9F45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280160" y="2530058"/>
            <a:ext cx="3707972" cy="3707971"/>
          </a:xfrm>
          <a:custGeom>
            <a:avLst/>
            <a:gdLst>
              <a:gd name="connsiteX0" fmla="*/ 1853986 w 3707972"/>
              <a:gd name="connsiteY0" fmla="*/ 0 h 3707971"/>
              <a:gd name="connsiteX1" fmla="*/ 3707972 w 3707972"/>
              <a:gd name="connsiteY1" fmla="*/ 1853986 h 3707971"/>
              <a:gd name="connsiteX2" fmla="*/ 2043545 w 3707972"/>
              <a:gd name="connsiteY2" fmla="*/ 3698400 h 3707971"/>
              <a:gd name="connsiteX3" fmla="*/ 1854006 w 3707972"/>
              <a:gd name="connsiteY3" fmla="*/ 3707971 h 3707971"/>
              <a:gd name="connsiteX4" fmla="*/ 1853966 w 3707972"/>
              <a:gd name="connsiteY4" fmla="*/ 3707971 h 3707971"/>
              <a:gd name="connsiteX5" fmla="*/ 1664427 w 3707972"/>
              <a:gd name="connsiteY5" fmla="*/ 3698400 h 3707971"/>
              <a:gd name="connsiteX6" fmla="*/ 0 w 3707972"/>
              <a:gd name="connsiteY6" fmla="*/ 1853986 h 3707971"/>
              <a:gd name="connsiteX7" fmla="*/ 1853986 w 3707972"/>
              <a:gd name="connsiteY7" fmla="*/ 0 h 370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07972" h="3707971">
                <a:moveTo>
                  <a:pt x="1853986" y="0"/>
                </a:moveTo>
                <a:cubicBezTo>
                  <a:pt x="2877914" y="0"/>
                  <a:pt x="3707972" y="830058"/>
                  <a:pt x="3707972" y="1853986"/>
                </a:cubicBezTo>
                <a:cubicBezTo>
                  <a:pt x="3707972" y="2813919"/>
                  <a:pt x="2978429" y="3603458"/>
                  <a:pt x="2043545" y="3698400"/>
                </a:cubicBezTo>
                <a:lnTo>
                  <a:pt x="1854006" y="3707971"/>
                </a:lnTo>
                <a:lnTo>
                  <a:pt x="1853966" y="3707971"/>
                </a:lnTo>
                <a:lnTo>
                  <a:pt x="1664427" y="3698400"/>
                </a:lnTo>
                <a:cubicBezTo>
                  <a:pt x="729543" y="3603458"/>
                  <a:pt x="0" y="2813919"/>
                  <a:pt x="0" y="1853986"/>
                </a:cubicBezTo>
                <a:cubicBezTo>
                  <a:pt x="0" y="830058"/>
                  <a:pt x="830058" y="0"/>
                  <a:pt x="1853986" y="0"/>
                </a:cubicBezTo>
                <a:close/>
              </a:path>
            </a:pathLst>
          </a:custGeom>
        </p:spPr>
        <p:txBody>
          <a:bodyPr wrap="square" tIns="914400" rtlCol="0" anchor="t">
            <a:noAutofit/>
          </a:bodyPr>
          <a:lstStyle>
            <a:lvl1pPr algn="ctr">
              <a:buNone/>
              <a:defRPr lang="it-IT" sz="16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it-IT"/>
              <a:t>Fai clic per aggiungere un'immagine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94FD1B85-4BEF-C1C1-5619-B82E9E44A9F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116548" y="3161752"/>
            <a:ext cx="5918068" cy="3144965"/>
          </a:xfrm>
        </p:spPr>
        <p:txBody>
          <a:bodyPr lIns="0" tIns="0" rIns="0" bIns="0" rtlCol="0">
            <a:normAutofit/>
          </a:bodyPr>
          <a:lstStyle>
            <a:lvl1pPr marL="0" indent="0" algn="r">
              <a:spcBef>
                <a:spcPts val="1200"/>
              </a:spcBef>
              <a:buNone/>
              <a:defRPr lang="it-IT" sz="2400">
                <a:solidFill>
                  <a:schemeClr val="bg1"/>
                </a:solidFill>
              </a:defRPr>
            </a:lvl1pPr>
            <a:lvl2pPr marL="457200" indent="0" algn="r">
              <a:spcBef>
                <a:spcPts val="1200"/>
              </a:spcBef>
              <a:buNone/>
              <a:defRPr lang="it-IT" sz="2400">
                <a:solidFill>
                  <a:schemeClr val="bg1"/>
                </a:solidFill>
              </a:defRPr>
            </a:lvl2pPr>
            <a:lvl3pPr marL="914400" indent="0" algn="r">
              <a:spcBef>
                <a:spcPts val="1200"/>
              </a:spcBef>
              <a:buNone/>
              <a:defRPr lang="it-IT" sz="2400">
                <a:solidFill>
                  <a:schemeClr val="bg1"/>
                </a:solidFill>
              </a:defRPr>
            </a:lvl3pPr>
            <a:lvl4pPr marL="1371600" indent="0" algn="r">
              <a:spcBef>
                <a:spcPts val="1200"/>
              </a:spcBef>
              <a:buNone/>
              <a:defRPr lang="it-IT" sz="2400">
                <a:solidFill>
                  <a:schemeClr val="bg1"/>
                </a:solidFill>
              </a:defRPr>
            </a:lvl4pPr>
            <a:lvl5pPr marL="1828800" indent="0" algn="r">
              <a:buNone/>
              <a:defRPr lang="it-IT" sz="18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it-IT"/>
              <a:t>Fare clic per modificare gli stili del testo dello schema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</p:txBody>
      </p:sp>
      <p:cxnSp>
        <p:nvCxnSpPr>
          <p:cNvPr id="14" name="Connettore diritto 13">
            <a:extLst>
              <a:ext uri="{FF2B5EF4-FFF2-40B4-BE49-F238E27FC236}">
                <a16:creationId xmlns:a16="http://schemas.microsoft.com/office/drawing/2014/main" id="{13AE7F8D-AE68-4A83-BAB5-3A97D473CE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emento grafico 12">
            <a:extLst>
              <a:ext uri="{FF2B5EF4-FFF2-40B4-BE49-F238E27FC236}">
                <a16:creationId xmlns:a16="http://schemas.microsoft.com/office/drawing/2014/main" id="{EA1B6985-3E5A-40F4-9268-D4AB3BBF8C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745394" y="276027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13" name="Elemento grafico 13">
            <a:extLst>
              <a:ext uri="{FF2B5EF4-FFF2-40B4-BE49-F238E27FC236}">
                <a16:creationId xmlns:a16="http://schemas.microsoft.com/office/drawing/2014/main" id="{338BC906-9D03-4280-85E8-21A81BC21D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86614" y="2530982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17" name="Elemento grafico 15">
            <a:extLst>
              <a:ext uri="{FF2B5EF4-FFF2-40B4-BE49-F238E27FC236}">
                <a16:creationId xmlns:a16="http://schemas.microsoft.com/office/drawing/2014/main" id="{C5C06D53-C9F6-47E8-BFE1-B8193A1AED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652402" y="6031572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7" name="Segnaposto piè di pagina 6">
            <a:extLst>
              <a:ext uri="{FF2B5EF4-FFF2-40B4-BE49-F238E27FC236}">
                <a16:creationId xmlns:a16="http://schemas.microsoft.com/office/drawing/2014/main" id="{CE9872E9-2F0D-2FEB-0974-F0BBBC5E0331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7238999" y="6356350"/>
            <a:ext cx="3795615" cy="365125"/>
          </a:xfrm>
        </p:spPr>
        <p:txBody>
          <a:bodyPr rtlCol="0"/>
          <a:lstStyle>
            <a:lvl1pPr>
              <a:defRPr lang="it-IT">
                <a:solidFill>
                  <a:schemeClr val="bg1"/>
                </a:solidFill>
              </a:defRPr>
            </a:lvl1pPr>
          </a:lstStyle>
          <a:p>
            <a:pPr rtl="0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490768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+ immagin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59" y="3386775"/>
            <a:ext cx="8311102" cy="3080335"/>
          </a:xfrm>
        </p:spPr>
        <p:txBody>
          <a:bodyPr lIns="0" tIns="274320" rIns="0" bIns="0" rtlCol="0" anchor="t" anchorCtr="0"/>
          <a:lstStyle>
            <a:lvl1pPr algn="l">
              <a:lnSpc>
                <a:spcPts val="5400"/>
              </a:lnSpc>
              <a:defRPr lang="it-IT" sz="5400" b="1" i="0" cap="all" spc="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it-IT"/>
              <a:t>Fare clic per modificare lo stile del titolo dello schema</a:t>
            </a:r>
            <a:endParaRPr lang="it-IT" dirty="0"/>
          </a:p>
        </p:txBody>
      </p:sp>
      <p:cxnSp>
        <p:nvCxnSpPr>
          <p:cNvPr id="9" name="Connettore diritto 8">
            <a:extLst>
              <a:ext uri="{FF2B5EF4-FFF2-40B4-BE49-F238E27FC236}">
                <a16:creationId xmlns:a16="http://schemas.microsoft.com/office/drawing/2014/main" id="{8E825845-66DD-4B77-A729-CD97D156F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0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uppo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9670435">
            <a:off x="7632743" y="794953"/>
            <a:ext cx="465456" cy="581432"/>
            <a:chOff x="7843462" y="2744546"/>
            <a:chExt cx="465456" cy="581432"/>
          </a:xfrm>
        </p:grpSpPr>
        <p:sp>
          <p:nvSpPr>
            <p:cNvPr id="19" name="Elemento grafico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  <p:sp>
          <p:nvSpPr>
            <p:cNvPr id="21" name="Elemento grafico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  <p:sp>
          <p:nvSpPr>
            <p:cNvPr id="23" name="Elemento grafico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</p:grpSp>
      <p:sp>
        <p:nvSpPr>
          <p:cNvPr id="3" name="Segnaposto immagine 14">
            <a:extLst>
              <a:ext uri="{FF2B5EF4-FFF2-40B4-BE49-F238E27FC236}">
                <a16:creationId xmlns:a16="http://schemas.microsoft.com/office/drawing/2014/main" id="{01D87F51-D69B-9038-0566-4FDC355AB6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97587" y="411831"/>
            <a:ext cx="3521337" cy="3521344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0" rtlCol="0" anchor="t" anchorCtr="0">
            <a:noAutofit/>
          </a:bodyPr>
          <a:lstStyle>
            <a:lvl1pPr algn="ctr">
              <a:buNone/>
              <a:defRPr lang="it-IT" sz="1800">
                <a:solidFill>
                  <a:schemeClr val="bg1"/>
                </a:solidFill>
              </a:defRPr>
            </a:lvl1pPr>
          </a:lstStyle>
          <a:p>
            <a:pPr rtl="0"/>
            <a:r>
              <a:rPr lang="it-IT"/>
              <a:t>Fai clic per aggiungere un'immagine</a:t>
            </a:r>
          </a:p>
        </p:txBody>
      </p:sp>
    </p:spTree>
    <p:extLst>
      <p:ext uri="{BB962C8B-B14F-4D97-AF65-F5344CB8AC3E}">
        <p14:creationId xmlns:p14="http://schemas.microsoft.com/office/powerpoint/2010/main" val="1951239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+ sottotitolo + immagin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80159" y="640080"/>
            <a:ext cx="10302240" cy="1852046"/>
          </a:xfrm>
        </p:spPr>
        <p:txBody>
          <a:bodyPr lIns="0" tIns="0" rIns="0" bIns="0" rtlCol="0" anchor="b"/>
          <a:lstStyle>
            <a:lvl1pPr algn="l">
              <a:lnSpc>
                <a:spcPts val="5400"/>
              </a:lnSpc>
              <a:defRPr lang="it-IT" sz="5400" b="1" i="0" cap="all" spc="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it-IT"/>
              <a:t>Fare clic per inserire il titolo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80158" y="2588447"/>
            <a:ext cx="7853678" cy="726645"/>
          </a:xfrm>
        </p:spPr>
        <p:txBody>
          <a:bodyPr lIns="0" tIns="0" rIns="0" bIns="0" rtlCol="0" anchor="t" anchorCtr="0">
            <a:normAutofit/>
          </a:bodyPr>
          <a:lstStyle>
            <a:lvl1pPr marL="0" indent="0" algn="l">
              <a:buNone/>
              <a:defRPr lang="it-IT" sz="2400">
                <a:solidFill>
                  <a:schemeClr val="bg1"/>
                </a:solidFill>
              </a:defRPr>
            </a:lvl1pPr>
            <a:lvl2pPr marL="457200" indent="0" algn="ctr">
              <a:buNone/>
              <a:defRPr lang="it-IT" sz="2000"/>
            </a:lvl2pPr>
            <a:lvl3pPr marL="914400" indent="0" algn="ctr">
              <a:buNone/>
              <a:defRPr lang="it-IT" sz="1800"/>
            </a:lvl3pPr>
            <a:lvl4pPr marL="1371600" indent="0" algn="ctr">
              <a:buNone/>
              <a:defRPr lang="it-IT" sz="1600"/>
            </a:lvl4pPr>
            <a:lvl5pPr marL="1828800" indent="0" algn="ctr">
              <a:buNone/>
              <a:defRPr lang="it-IT" sz="1600"/>
            </a:lvl5pPr>
            <a:lvl6pPr marL="2286000" indent="0" algn="ctr">
              <a:buNone/>
              <a:defRPr lang="it-IT" sz="1600"/>
            </a:lvl6pPr>
            <a:lvl7pPr marL="2743200" indent="0" algn="ctr">
              <a:buNone/>
              <a:defRPr lang="it-IT" sz="1600"/>
            </a:lvl7pPr>
            <a:lvl8pPr marL="3200400" indent="0" algn="ctr">
              <a:buNone/>
              <a:defRPr lang="it-IT" sz="1600"/>
            </a:lvl8pPr>
            <a:lvl9pPr marL="3657600" indent="0" algn="ctr">
              <a:buNone/>
              <a:defRPr lang="it-IT" sz="1600"/>
            </a:lvl9pPr>
          </a:lstStyle>
          <a:p>
            <a:pPr lvl="0" rtl="0"/>
            <a:r>
              <a:rPr lang="it-IT"/>
              <a:t>Fare clic per inserire il testo</a:t>
            </a:r>
          </a:p>
        </p:txBody>
      </p:sp>
      <p:cxnSp>
        <p:nvCxnSpPr>
          <p:cNvPr id="9" name="Connettore diritto 8">
            <a:extLst>
              <a:ext uri="{FF2B5EF4-FFF2-40B4-BE49-F238E27FC236}">
                <a16:creationId xmlns:a16="http://schemas.microsoft.com/office/drawing/2014/main" id="{8E825845-66DD-4B77-A729-CD97D156F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3496322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uppo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7659974" y="4456458"/>
            <a:ext cx="465456" cy="581432"/>
            <a:chOff x="7843462" y="2744546"/>
            <a:chExt cx="465456" cy="581432"/>
          </a:xfrm>
        </p:grpSpPr>
        <p:sp>
          <p:nvSpPr>
            <p:cNvPr id="19" name="Elemento grafico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  <p:sp>
          <p:nvSpPr>
            <p:cNvPr id="21" name="Elemento grafico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  <p:sp>
          <p:nvSpPr>
            <p:cNvPr id="23" name="Elemento grafico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</p:grpSp>
      <p:sp>
        <p:nvSpPr>
          <p:cNvPr id="5" name="Segnaposto immagine 14">
            <a:extLst>
              <a:ext uri="{FF2B5EF4-FFF2-40B4-BE49-F238E27FC236}">
                <a16:creationId xmlns:a16="http://schemas.microsoft.com/office/drawing/2014/main" id="{5DDB7824-50BA-B12F-AD49-CA8953CA3A0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536252" y="3205313"/>
            <a:ext cx="3043077" cy="3043083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0" rtlCol="0" anchor="t" anchorCtr="0">
            <a:noAutofit/>
          </a:bodyPr>
          <a:lstStyle>
            <a:lvl1pPr algn="ctr">
              <a:buNone/>
              <a:defRPr lang="it-IT" sz="1800">
                <a:solidFill>
                  <a:schemeClr val="bg1"/>
                </a:solidFill>
              </a:defRPr>
            </a:lvl1pPr>
          </a:lstStyle>
          <a:p>
            <a:pPr rtl="0"/>
            <a:r>
              <a:rPr lang="it-IT"/>
              <a:t>Fai clic per aggiungere un'immagine</a:t>
            </a:r>
          </a:p>
        </p:txBody>
      </p:sp>
    </p:spTree>
    <p:extLst>
      <p:ext uri="{BB962C8B-B14F-4D97-AF65-F5344CB8AC3E}">
        <p14:creationId xmlns:p14="http://schemas.microsoft.com/office/powerpoint/2010/main" val="652645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, immagine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0" y="640080"/>
            <a:ext cx="7498080" cy="1280160"/>
          </a:xfrm>
        </p:spPr>
        <p:txBody>
          <a:bodyPr lIns="0" tIns="0" rIns="0" bIns="0" rtlCol="0" anchor="b" anchorCtr="0"/>
          <a:lstStyle>
            <a:lvl1pPr>
              <a:defRPr lang="it-IT" sz="4000" b="1" cap="all" spc="0" baseline="0"/>
            </a:lvl1pPr>
          </a:lstStyle>
          <a:p>
            <a:pPr rtl="0"/>
            <a:r>
              <a:rPr lang="it-IT"/>
              <a:t>Fare clic per inserire il titolo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632" y="722376"/>
            <a:ext cx="520991" cy="517379"/>
          </a:xfrm>
        </p:spPr>
        <p:txBody>
          <a:bodyPr rtlCol="0" anchor="t" anchorCtr="0"/>
          <a:lstStyle>
            <a:lvl1pPr>
              <a:defRPr lang="it-IT">
                <a:solidFill>
                  <a:schemeClr val="accent2"/>
                </a:solidFill>
              </a:defRPr>
            </a:lvl1pPr>
          </a:lstStyle>
          <a:p>
            <a:pPr rtl="0"/>
            <a:fld id="{D8DA9DAA-006C-4F4B-980E-E3DF019B24E2}" type="slidenum">
              <a:rPr lang="it-IT" smtClean="0"/>
              <a:pPr/>
              <a:t>‹N›</a:t>
            </a:fld>
            <a:endParaRPr lang="it-IT" dirty="0"/>
          </a:p>
        </p:txBody>
      </p:sp>
      <p:sp>
        <p:nvSpPr>
          <p:cNvPr id="15" name="Segnaposto immagine 14">
            <a:extLst>
              <a:ext uri="{FF2B5EF4-FFF2-40B4-BE49-F238E27FC236}">
                <a16:creationId xmlns:a16="http://schemas.microsoft.com/office/drawing/2014/main" id="{E62FC6D8-DD87-4B93-8491-43C84EE63FE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317615" y="895646"/>
            <a:ext cx="1956925" cy="1956928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" rtlCol="0" anchor="t" anchorCtr="0">
            <a:noAutofit/>
          </a:bodyPr>
          <a:lstStyle>
            <a:lvl1pPr algn="ctr">
              <a:buNone/>
              <a:defRPr lang="it-IT" sz="1800"/>
            </a:lvl1pPr>
          </a:lstStyle>
          <a:p>
            <a:pPr rtl="0"/>
            <a:r>
              <a:rPr lang="it-IT"/>
              <a:t>Fai clic per aggiungere un'immagine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14800" y="2194560"/>
            <a:ext cx="7498080" cy="4023360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10000"/>
              </a:lnSpc>
              <a:buNone/>
              <a:defRPr lang="it-IT" sz="1800"/>
            </a:lvl1pPr>
            <a:lvl2pPr marL="228600">
              <a:defRPr lang="it-IT" sz="1600"/>
            </a:lvl2pPr>
            <a:lvl3pPr marL="457200">
              <a:defRPr lang="it-IT" sz="1400"/>
            </a:lvl3pPr>
            <a:lvl4pPr marL="685800">
              <a:defRPr lang="it-IT" sz="1200"/>
            </a:lvl4pPr>
            <a:lvl5pPr>
              <a:defRPr lang="it-IT" sz="1400"/>
            </a:lvl5pPr>
          </a:lstStyle>
          <a:p>
            <a:pPr lvl="0" rtl="0"/>
            <a:r>
              <a:rPr lang="it-IT"/>
              <a:t>Fare clic per inserire il testo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</p:txBody>
      </p:sp>
      <p:grpSp>
        <p:nvGrpSpPr>
          <p:cNvPr id="7" name="Gruppo 6">
            <a:extLst>
              <a:ext uri="{FF2B5EF4-FFF2-40B4-BE49-F238E27FC236}">
                <a16:creationId xmlns:a16="http://schemas.microsoft.com/office/drawing/2014/main" id="{758B5E78-A531-681D-1312-F21B52D066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970685" y="620661"/>
            <a:ext cx="403448" cy="381782"/>
            <a:chOff x="10969280" y="1780012"/>
            <a:chExt cx="403448" cy="381782"/>
          </a:xfrm>
        </p:grpSpPr>
        <p:sp>
          <p:nvSpPr>
            <p:cNvPr id="17" name="Elemento grafico 10">
              <a:extLst>
                <a:ext uri="{FF2B5EF4-FFF2-40B4-BE49-F238E27FC236}">
                  <a16:creationId xmlns:a16="http://schemas.microsoft.com/office/drawing/2014/main" id="{AAD06B87-D9B2-4F94-B734-A8F039A203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281590" y="2070656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  <p:sp>
          <p:nvSpPr>
            <p:cNvPr id="19" name="Elemento grafico 11">
              <a:extLst>
                <a:ext uri="{FF2B5EF4-FFF2-40B4-BE49-F238E27FC236}">
                  <a16:creationId xmlns:a16="http://schemas.microsoft.com/office/drawing/2014/main" id="{BB13A13C-36EA-4B13-9175-C5FE95B34D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69280" y="1780012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</p:grpSp>
      <p:sp>
        <p:nvSpPr>
          <p:cNvPr id="4" name="Segnaposto piè di pagina 8">
            <a:extLst>
              <a:ext uri="{FF2B5EF4-FFF2-40B4-BE49-F238E27FC236}">
                <a16:creationId xmlns:a16="http://schemas.microsoft.com/office/drawing/2014/main" id="{5189CAD3-7011-6481-11F8-05B5CB106F0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280160" y="6356350"/>
            <a:ext cx="4114800" cy="365125"/>
          </a:xfrm>
        </p:spPr>
        <p:txBody>
          <a:bodyPr lIns="0" rIns="91440" rtlCol="0"/>
          <a:lstStyle>
            <a:lvl1pPr algn="l">
              <a:defRPr lang="it-IT"/>
            </a:lvl1pPr>
          </a:lstStyle>
          <a:p>
            <a:pPr rtl="0"/>
            <a:endParaRPr lang="it-IT" dirty="0"/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CB7CB27F-7A56-A747-A4D6-5627C2463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7111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 + sottotitolo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80159" y="3383280"/>
            <a:ext cx="10302240" cy="1852046"/>
          </a:xfrm>
        </p:spPr>
        <p:txBody>
          <a:bodyPr lIns="0" tIns="274320" rIns="0" bIns="0" rtlCol="0" anchor="t" anchorCtr="0"/>
          <a:lstStyle>
            <a:lvl1pPr algn="l">
              <a:lnSpc>
                <a:spcPts val="5400"/>
              </a:lnSpc>
              <a:defRPr lang="it-IT" sz="5400" b="1" i="0" cap="all" spc="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it-IT"/>
              <a:t>Fare clic per inserire il titolo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80158" y="2966886"/>
            <a:ext cx="10302237" cy="397191"/>
          </a:xfrm>
        </p:spPr>
        <p:txBody>
          <a:bodyPr lIns="0" tIns="0" rIns="0" bIns="0" rtlCol="0" anchor="b" anchorCtr="0">
            <a:normAutofit/>
          </a:bodyPr>
          <a:lstStyle>
            <a:lvl1pPr marL="0" indent="0" algn="l">
              <a:buNone/>
              <a:defRPr lang="it-IT" sz="2400">
                <a:solidFill>
                  <a:schemeClr val="bg1"/>
                </a:solidFill>
              </a:defRPr>
            </a:lvl1pPr>
            <a:lvl2pPr marL="457200" indent="0" algn="ctr">
              <a:buNone/>
              <a:defRPr lang="it-IT" sz="2000"/>
            </a:lvl2pPr>
            <a:lvl3pPr marL="914400" indent="0" algn="ctr">
              <a:buNone/>
              <a:defRPr lang="it-IT" sz="1800"/>
            </a:lvl3pPr>
            <a:lvl4pPr marL="1371600" indent="0" algn="ctr">
              <a:buNone/>
              <a:defRPr lang="it-IT" sz="1600"/>
            </a:lvl4pPr>
            <a:lvl5pPr marL="1828800" indent="0" algn="ctr">
              <a:buNone/>
              <a:defRPr lang="it-IT" sz="1600"/>
            </a:lvl5pPr>
            <a:lvl6pPr marL="2286000" indent="0" algn="ctr">
              <a:buNone/>
              <a:defRPr lang="it-IT" sz="1600"/>
            </a:lvl6pPr>
            <a:lvl7pPr marL="2743200" indent="0" algn="ctr">
              <a:buNone/>
              <a:defRPr lang="it-IT" sz="1600"/>
            </a:lvl7pPr>
            <a:lvl8pPr marL="3200400" indent="0" algn="ctr">
              <a:buNone/>
              <a:defRPr lang="it-IT" sz="1600"/>
            </a:lvl8pPr>
            <a:lvl9pPr marL="3657600" indent="0" algn="ctr">
              <a:buNone/>
              <a:defRPr lang="it-IT" sz="1600"/>
            </a:lvl9pPr>
          </a:lstStyle>
          <a:p>
            <a:pPr lvl="0" rtl="0"/>
            <a:r>
              <a:rPr lang="it-IT"/>
              <a:t>Fare clic per inserire il testo</a:t>
            </a:r>
          </a:p>
        </p:txBody>
      </p:sp>
      <p:grpSp>
        <p:nvGrpSpPr>
          <p:cNvPr id="4" name="Gruppo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897692" y="620298"/>
            <a:ext cx="465456" cy="581432"/>
            <a:chOff x="7843462" y="2744546"/>
            <a:chExt cx="465456" cy="581432"/>
          </a:xfrm>
        </p:grpSpPr>
        <p:sp>
          <p:nvSpPr>
            <p:cNvPr id="19" name="Elemento grafico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  <p:sp>
          <p:nvSpPr>
            <p:cNvPr id="21" name="Elemento grafico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  <p:sp>
          <p:nvSpPr>
            <p:cNvPr id="23" name="Elemento grafico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</p:grpSp>
      <p:cxnSp>
        <p:nvCxnSpPr>
          <p:cNvPr id="5" name="Connettore diritto 4">
            <a:extLst>
              <a:ext uri="{FF2B5EF4-FFF2-40B4-BE49-F238E27FC236}">
                <a16:creationId xmlns:a16="http://schemas.microsoft.com/office/drawing/2014/main" id="{57912362-D30D-7B0B-BA94-0993B1EBC4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0"/>
            <a:ext cx="0" cy="2775857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7644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60" y="685800"/>
            <a:ext cx="9137012" cy="1280160"/>
          </a:xfrm>
        </p:spPr>
        <p:txBody>
          <a:bodyPr lIns="0" tIns="0" rIns="0" bIns="0" rtlCol="0"/>
          <a:lstStyle>
            <a:lvl1pPr>
              <a:defRPr lang="it-IT" sz="4000" b="1" cap="all" spc="0" baseline="0"/>
            </a:lvl1pPr>
          </a:lstStyle>
          <a:p>
            <a:pPr rtl="0"/>
            <a:r>
              <a:rPr lang="it-IT"/>
              <a:t>Fare clic per inserire il titolo</a:t>
            </a:r>
          </a:p>
        </p:txBody>
      </p:sp>
      <p:sp>
        <p:nvSpPr>
          <p:cNvPr id="15" name="Segnaposto numero diapositiva 14">
            <a:extLst>
              <a:ext uri="{FF2B5EF4-FFF2-40B4-BE49-F238E27FC236}">
                <a16:creationId xmlns:a16="http://schemas.microsoft.com/office/drawing/2014/main" id="{0F91A5DB-A2CA-1D70-9A06-3869A288C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D8DA9DAA-006C-4F4B-980E-E3DF019B24E2}" type="slidenum">
              <a:rPr lang="it-IT" smtClean="0"/>
              <a:pPr/>
              <a:t>‹N›</a:t>
            </a:fld>
            <a:endParaRPr lang="it-IT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80160" y="2327440"/>
            <a:ext cx="4846320" cy="4040574"/>
          </a:xfrm>
        </p:spPr>
        <p:txBody>
          <a:bodyPr lIns="0" tIns="0" rIns="0" bIns="0" rtlCol="0">
            <a:normAutofit/>
          </a:bodyPr>
          <a:lstStyle>
            <a:lvl1pPr marL="0" indent="0">
              <a:spcAft>
                <a:spcPts val="0"/>
              </a:spcAft>
              <a:buNone/>
              <a:defRPr lang="it-IT" sz="1800"/>
            </a:lvl1pPr>
            <a:lvl2pPr marL="228600">
              <a:spcBef>
                <a:spcPts val="1200"/>
              </a:spcBef>
              <a:defRPr lang="it-IT" sz="1800"/>
            </a:lvl2pPr>
            <a:lvl3pPr marL="685800">
              <a:spcBef>
                <a:spcPts val="1200"/>
              </a:spcBef>
              <a:defRPr lang="it-IT" sz="1800"/>
            </a:lvl3pPr>
            <a:lvl4pPr marL="1143000">
              <a:spcBef>
                <a:spcPts val="1200"/>
              </a:spcBef>
              <a:defRPr lang="it-IT" sz="1800"/>
            </a:lvl4pPr>
            <a:lvl5pPr marL="1600200">
              <a:spcBef>
                <a:spcPts val="1200"/>
              </a:spcBef>
              <a:defRPr lang="it-IT" sz="1800"/>
            </a:lvl5pPr>
          </a:lstStyle>
          <a:p>
            <a:pPr lvl="0" rtl="0"/>
            <a:r>
              <a:rPr lang="it-IT"/>
              <a:t>Fare clic per inserire il testo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723402" y="2327441"/>
            <a:ext cx="4846320" cy="4040574"/>
          </a:xfrm>
        </p:spPr>
        <p:txBody>
          <a:bodyPr lIns="0" tIns="0" rIns="0" bIns="0" rtlCol="0">
            <a:normAutofit/>
          </a:bodyPr>
          <a:lstStyle>
            <a:lvl1pPr marL="0" indent="0">
              <a:spcAft>
                <a:spcPts val="0"/>
              </a:spcAft>
              <a:buNone/>
              <a:defRPr lang="it-IT" sz="1800"/>
            </a:lvl1pPr>
            <a:lvl2pPr marL="228600">
              <a:spcBef>
                <a:spcPts val="1200"/>
              </a:spcBef>
              <a:defRPr lang="it-IT" sz="1800"/>
            </a:lvl2pPr>
            <a:lvl3pPr marL="685800">
              <a:spcBef>
                <a:spcPts val="1200"/>
              </a:spcBef>
              <a:defRPr lang="it-IT" sz="1800"/>
            </a:lvl3pPr>
            <a:lvl4pPr marL="1143000">
              <a:spcBef>
                <a:spcPts val="1200"/>
              </a:spcBef>
              <a:defRPr lang="it-IT" sz="1800"/>
            </a:lvl4pPr>
            <a:lvl5pPr marL="1600200">
              <a:spcBef>
                <a:spcPts val="1200"/>
              </a:spcBef>
              <a:defRPr lang="it-IT" sz="1800"/>
            </a:lvl5pPr>
          </a:lstStyle>
          <a:p>
            <a:pPr lvl="0" rtl="0"/>
            <a:r>
              <a:rPr lang="it-IT"/>
              <a:t>Fare clic per inserire il testo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160F34ED-DA60-4CC2-B735-B0EC5D9FE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lemento grafico 15">
            <a:extLst>
              <a:ext uri="{FF2B5EF4-FFF2-40B4-BE49-F238E27FC236}">
                <a16:creationId xmlns:a16="http://schemas.microsoft.com/office/drawing/2014/main" id="{A9475260-301F-4744-B1DA-7B00F6FB43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08317" y="492206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14" name="Elemento grafico 16">
            <a:extLst>
              <a:ext uri="{FF2B5EF4-FFF2-40B4-BE49-F238E27FC236}">
                <a16:creationId xmlns:a16="http://schemas.microsoft.com/office/drawing/2014/main" id="{9BBD3F4B-0836-48C5-AC68-747456D1DD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477944" y="105558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16" name="Elemento grafico 14">
            <a:extLst>
              <a:ext uri="{FF2B5EF4-FFF2-40B4-BE49-F238E27FC236}">
                <a16:creationId xmlns:a16="http://schemas.microsoft.com/office/drawing/2014/main" id="{9B4398D5-99F4-4F83-AA77-9B4177648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41555" y="44663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13" name="Segnaposto piè di pagina 12">
            <a:extLst>
              <a:ext uri="{FF2B5EF4-FFF2-40B4-BE49-F238E27FC236}">
                <a16:creationId xmlns:a16="http://schemas.microsoft.com/office/drawing/2014/main" id="{6D6A69CF-70D6-AB12-CD8B-FD75B7EE1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rtlCol="0"/>
          <a:lstStyle>
            <a:lvl1pPr algn="l">
              <a:defRPr lang="it-IT"/>
            </a:lvl1pPr>
          </a:lstStyle>
          <a:p>
            <a:pPr rtl="0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937595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>
            <a:extLst>
              <a:ext uri="{FF2B5EF4-FFF2-40B4-BE49-F238E27FC236}">
                <a16:creationId xmlns:a16="http://schemas.microsoft.com/office/drawing/2014/main" id="{F9EFE408-BFE1-16DC-F7C6-47F55C171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2992" y="0"/>
            <a:ext cx="5779008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it-IT"/>
            </a:defPPr>
          </a:lstStyle>
          <a:p>
            <a:pPr algn="ctr" rtl="0"/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5572" y="685800"/>
            <a:ext cx="4754880" cy="5670550"/>
          </a:xfrm>
        </p:spPr>
        <p:txBody>
          <a:bodyPr lIns="0" tIns="0" rIns="0" bIns="0" rtlCol="0" anchor="ctr" anchorCtr="0"/>
          <a:lstStyle>
            <a:lvl1pPr algn="l">
              <a:defRPr lang="it-IT" sz="4000" b="1" cap="all" spc="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it-IT"/>
              <a:t>Fare clic per modificare lo stile del titolo dello schema</a:t>
            </a:r>
          </a:p>
        </p:txBody>
      </p:sp>
      <p:sp>
        <p:nvSpPr>
          <p:cNvPr id="22" name="Segnaposto numero diapositiva 21">
            <a:extLst>
              <a:ext uri="{FF2B5EF4-FFF2-40B4-BE49-F238E27FC236}">
                <a16:creationId xmlns:a16="http://schemas.microsoft.com/office/drawing/2014/main" id="{4C0ED5DD-6381-0FFD-7B45-D21179A39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D8DA9DAA-006C-4F4B-980E-E3DF019B24E2}" type="slidenum">
              <a:rPr lang="it-IT" smtClean="0"/>
              <a:pPr/>
              <a:t>‹N›</a:t>
            </a:fld>
            <a:endParaRPr lang="it-IT" dirty="0"/>
          </a:p>
        </p:txBody>
      </p:sp>
      <p:sp>
        <p:nvSpPr>
          <p:cNvPr id="4" name="Segnaposto contenuto 5">
            <a:extLst>
              <a:ext uri="{FF2B5EF4-FFF2-40B4-BE49-F238E27FC236}">
                <a16:creationId xmlns:a16="http://schemas.microsoft.com/office/drawing/2014/main" id="{F042E432-AE48-385B-DEA1-32129394CE7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1279526" y="1533524"/>
            <a:ext cx="4663440" cy="1895475"/>
          </a:xfrm>
        </p:spPr>
        <p:txBody>
          <a:bodyPr lIns="0" tIns="0" rIns="0" bIns="0" rtlCol="0" anchor="t" anchorCtr="0">
            <a:noAutofit/>
          </a:bodyPr>
          <a:lstStyle>
            <a:lvl1pPr marL="342900" indent="-512064">
              <a:spcBef>
                <a:spcPts val="1000"/>
              </a:spcBef>
              <a:buFont typeface="+mj-lt"/>
              <a:buAutoNum type="arabicPeriod"/>
              <a:defRPr lang="it-IT" sz="1800"/>
            </a:lvl1pPr>
            <a:lvl2pPr marL="1028700" indent="-342900">
              <a:spcBef>
                <a:spcPts val="1200"/>
              </a:spcBef>
              <a:buFont typeface="+mj-lt"/>
              <a:buAutoNum type="alphaLcPeriod"/>
              <a:defRPr lang="it-IT" sz="1800"/>
            </a:lvl2pPr>
            <a:lvl3pPr marL="1257300" indent="-342900">
              <a:spcBef>
                <a:spcPts val="1200"/>
              </a:spcBef>
              <a:buFont typeface="+mj-lt"/>
              <a:buAutoNum type="arabicParenR"/>
              <a:defRPr lang="it-IT" sz="1800"/>
            </a:lvl3pPr>
            <a:lvl4pPr marL="1714500" indent="-342900">
              <a:spcBef>
                <a:spcPts val="1200"/>
              </a:spcBef>
              <a:buFont typeface="+mj-lt"/>
              <a:buAutoNum type="alphaLcParenR"/>
              <a:defRPr lang="it-IT" sz="1800"/>
            </a:lvl4pPr>
            <a:lvl5pPr marL="2228850" indent="-400050">
              <a:spcBef>
                <a:spcPts val="1200"/>
              </a:spcBef>
              <a:buFont typeface="+mj-lt"/>
              <a:buAutoNum type="romanLcPeriod"/>
              <a:defRPr lang="it-IT" sz="1800"/>
            </a:lvl5pPr>
          </a:lstStyle>
          <a:p>
            <a:pPr lvl="0" rtl="0"/>
            <a:r>
              <a:rPr lang="it-IT"/>
              <a:t>Fare clic per inserire il testo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sp>
        <p:nvSpPr>
          <p:cNvPr id="7" name="Segnaposto contenuto 5">
            <a:extLst>
              <a:ext uri="{FF2B5EF4-FFF2-40B4-BE49-F238E27FC236}">
                <a16:creationId xmlns:a16="http://schemas.microsoft.com/office/drawing/2014/main" id="{DF111B2E-0535-57E2-FE92-620F9307A95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80160" y="3482974"/>
            <a:ext cx="4663440" cy="1190033"/>
          </a:xfrm>
        </p:spPr>
        <p:txBody>
          <a:bodyPr lIns="0" tIns="0" rIns="0" bIns="0" rtlCol="0" anchor="t" anchorCtr="0">
            <a:noAutofit/>
          </a:bodyPr>
          <a:lstStyle>
            <a:lvl1pPr marL="0" indent="0">
              <a:spcBef>
                <a:spcPts val="1200"/>
              </a:spcBef>
              <a:buNone/>
              <a:defRPr lang="it-IT" sz="1800"/>
            </a:lvl1pPr>
            <a:lvl2pPr marL="457200" indent="0">
              <a:spcBef>
                <a:spcPts val="1200"/>
              </a:spcBef>
              <a:buNone/>
              <a:defRPr lang="it-IT" sz="1600"/>
            </a:lvl2pPr>
            <a:lvl3pPr marL="914400" indent="0">
              <a:spcBef>
                <a:spcPts val="1200"/>
              </a:spcBef>
              <a:buNone/>
              <a:defRPr lang="it-IT" sz="1400"/>
            </a:lvl3pPr>
            <a:lvl4pPr marL="1371600" indent="0">
              <a:spcBef>
                <a:spcPts val="1200"/>
              </a:spcBef>
              <a:buNone/>
              <a:defRPr lang="it-IT" sz="1200"/>
            </a:lvl4pPr>
            <a:lvl5pPr marL="1828800" indent="0">
              <a:spcBef>
                <a:spcPts val="1200"/>
              </a:spcBef>
              <a:buNone/>
              <a:defRPr lang="it-IT" sz="1200"/>
            </a:lvl5pPr>
          </a:lstStyle>
          <a:p>
            <a:pPr lvl="0" rtl="0"/>
            <a:r>
              <a:rPr lang="it-IT"/>
              <a:t>Fare clic per inserire il testo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1280160" y="4692058"/>
            <a:ext cx="4663440" cy="1584918"/>
          </a:xfrm>
        </p:spPr>
        <p:txBody>
          <a:bodyPr lIns="0" tIns="0" rIns="0" bIns="0" rtlCol="0" anchor="t" anchorCtr="0">
            <a:noAutofit/>
          </a:bodyPr>
          <a:lstStyle>
            <a:lvl1pPr>
              <a:spcBef>
                <a:spcPts val="1200"/>
              </a:spcBef>
              <a:defRPr lang="it-IT" sz="1800"/>
            </a:lvl1pPr>
            <a:lvl2pPr>
              <a:spcBef>
                <a:spcPts val="1200"/>
              </a:spcBef>
              <a:defRPr lang="it-IT" sz="1600"/>
            </a:lvl2pPr>
            <a:lvl3pPr>
              <a:spcBef>
                <a:spcPts val="1200"/>
              </a:spcBef>
              <a:defRPr lang="it-IT" sz="1400"/>
            </a:lvl3pPr>
            <a:lvl4pPr>
              <a:spcBef>
                <a:spcPts val="1200"/>
              </a:spcBef>
              <a:defRPr lang="it-IT" sz="1200"/>
            </a:lvl4pPr>
            <a:lvl5pPr>
              <a:spcBef>
                <a:spcPts val="1200"/>
              </a:spcBef>
              <a:defRPr lang="it-IT" sz="1200"/>
            </a:lvl5pPr>
          </a:lstStyle>
          <a:p>
            <a:pPr lvl="0" rtl="0"/>
            <a:r>
              <a:rPr lang="it-IT"/>
              <a:t>Fare clic per inserire il testo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sp>
        <p:nvSpPr>
          <p:cNvPr id="21" name="Segnaposto piè di pagina 20">
            <a:extLst>
              <a:ext uri="{FF2B5EF4-FFF2-40B4-BE49-F238E27FC236}">
                <a16:creationId xmlns:a16="http://schemas.microsoft.com/office/drawing/2014/main" id="{34C23E1A-9E5E-DA12-8E11-83F486766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lIns="0" rIns="91440" rtlCol="0"/>
          <a:lstStyle>
            <a:lvl1pPr algn="l">
              <a:defRPr lang="it-IT"/>
            </a:lvl1pPr>
          </a:lstStyle>
          <a:p>
            <a:pPr rtl="0"/>
            <a:endParaRPr lang="it-IT" dirty="0"/>
          </a:p>
        </p:txBody>
      </p:sp>
      <p:cxnSp>
        <p:nvCxnSpPr>
          <p:cNvPr id="23" name="Connettore diritto 22">
            <a:extLst>
              <a:ext uri="{FF2B5EF4-FFF2-40B4-BE49-F238E27FC236}">
                <a16:creationId xmlns:a16="http://schemas.microsoft.com/office/drawing/2014/main" id="{E3FE6E42-6A8F-C459-87EE-E2A5BAFA85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9320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60" y="301752"/>
            <a:ext cx="4663438" cy="2441448"/>
          </a:xfrm>
        </p:spPr>
        <p:txBody>
          <a:bodyPr lIns="0" tIns="0" rIns="0" bIns="0" rtlCol="0" anchor="ctr" anchorCtr="0"/>
          <a:lstStyle>
            <a:lvl1pPr algn="l">
              <a:lnSpc>
                <a:spcPts val="4000"/>
              </a:lnSpc>
              <a:spcBef>
                <a:spcPts val="1000"/>
              </a:spcBef>
              <a:defRPr lang="it-IT" sz="4000" b="1" i="0" cap="all" spc="0" baseline="0"/>
            </a:lvl1pPr>
          </a:lstStyle>
          <a:p>
            <a:pPr rtl="0"/>
            <a:r>
              <a:rPr lang="it-IT"/>
              <a:t>Fare clic per modificare lo stile del titolo dello schema</a:t>
            </a:r>
            <a:endParaRPr lang="it-IT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401EAA4-F44C-4C1F-B8E3-1A300530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632" y="726630"/>
            <a:ext cx="520991" cy="517379"/>
          </a:xfrm>
        </p:spPr>
        <p:txBody>
          <a:bodyPr rtlCol="0"/>
          <a:lstStyle>
            <a:lvl1pPr>
              <a:defRPr lang="it-IT">
                <a:solidFill>
                  <a:schemeClr val="accent2"/>
                </a:solidFill>
              </a:defRPr>
            </a:lvl1pPr>
          </a:lstStyle>
          <a:p>
            <a:pPr rtl="0"/>
            <a:fld id="{D8DA9DAA-006C-4F4B-980E-E3DF019B24E2}" type="slidenum">
              <a:rPr lang="it-IT" smtClean="0"/>
              <a:pPr/>
              <a:t>‹N›</a:t>
            </a:fld>
            <a:endParaRPr lang="it-IT" dirty="0"/>
          </a:p>
        </p:txBody>
      </p:sp>
      <p:sp>
        <p:nvSpPr>
          <p:cNvPr id="8" name="Segnaposto testo 4">
            <a:extLst>
              <a:ext uri="{FF2B5EF4-FFF2-40B4-BE49-F238E27FC236}">
                <a16:creationId xmlns:a16="http://schemas.microsoft.com/office/drawing/2014/main" id="{9FB40175-FA51-DA14-A5B2-CD06DE6ECC3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80161" y="2777067"/>
            <a:ext cx="4663440" cy="3550581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10000"/>
              </a:lnSpc>
              <a:buNone/>
              <a:defRPr lang="it-IT" sz="1800"/>
            </a:lvl1pPr>
            <a:lvl2pPr marL="228600">
              <a:lnSpc>
                <a:spcPct val="110000"/>
              </a:lnSpc>
              <a:defRPr lang="it-IT" sz="1600"/>
            </a:lvl2pPr>
            <a:lvl3pPr marL="457200">
              <a:lnSpc>
                <a:spcPct val="110000"/>
              </a:lnSpc>
              <a:defRPr lang="it-IT" sz="1400"/>
            </a:lvl3pPr>
            <a:lvl4pPr marL="685800">
              <a:lnSpc>
                <a:spcPct val="110000"/>
              </a:lnSpc>
              <a:defRPr lang="it-IT" sz="1200"/>
            </a:lvl4pPr>
            <a:lvl5pPr marL="914400">
              <a:lnSpc>
                <a:spcPct val="110000"/>
              </a:lnSpc>
              <a:defRPr lang="it-IT" sz="1200"/>
            </a:lvl5pPr>
          </a:lstStyle>
          <a:p>
            <a:pPr lvl="0" rtl="0"/>
            <a:r>
              <a:rPr lang="it-IT"/>
              <a:t>Fare clic per modificare gli stili del testo dello schema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515930B2-E36D-4D05-A6B3-CA1BF61D50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2089" y="0"/>
            <a:ext cx="5779911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it-IT"/>
            </a:defPPr>
          </a:lstStyle>
          <a:p>
            <a:pPr algn="ctr" rtl="0"/>
            <a:endParaRPr lang="it-IT" dirty="0"/>
          </a:p>
        </p:txBody>
      </p:sp>
      <p:sp>
        <p:nvSpPr>
          <p:cNvPr id="13" name="Segnaposto immagine 12">
            <a:extLst>
              <a:ext uri="{FF2B5EF4-FFF2-40B4-BE49-F238E27FC236}">
                <a16:creationId xmlns:a16="http://schemas.microsoft.com/office/drawing/2014/main" id="{9CEC7E0F-60E8-418B-978D-C607C82E97F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695553" y="301752"/>
            <a:ext cx="5221224" cy="6263640"/>
          </a:xfrm>
        </p:spPr>
        <p:txBody>
          <a:bodyPr tIns="914400" rtlCol="0" anchor="t" anchorCtr="0"/>
          <a:lstStyle>
            <a:lvl1pPr algn="ctr">
              <a:buNone/>
              <a:defRPr lang="it-IT">
                <a:solidFill>
                  <a:schemeClr val="bg1"/>
                </a:solidFill>
              </a:defRPr>
            </a:lvl1pPr>
          </a:lstStyle>
          <a:p>
            <a:pPr rtl="0"/>
            <a:r>
              <a:rPr lang="it-IT"/>
              <a:t>Fai clic per aggiungere un'immagine</a:t>
            </a:r>
          </a:p>
        </p:txBody>
      </p:sp>
      <p:sp>
        <p:nvSpPr>
          <p:cNvPr id="10" name="Segnaposto piè di pagina 8">
            <a:extLst>
              <a:ext uri="{FF2B5EF4-FFF2-40B4-BE49-F238E27FC236}">
                <a16:creationId xmlns:a16="http://schemas.microsoft.com/office/drawing/2014/main" id="{7A4AE671-C203-0370-2888-FC8F7D444D1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280160" y="6356350"/>
            <a:ext cx="4434825" cy="365125"/>
          </a:xfrm>
        </p:spPr>
        <p:txBody>
          <a:bodyPr rtlCol="0"/>
          <a:lstStyle>
            <a:lvl1pPr algn="l">
              <a:defRPr lang="it-IT"/>
            </a:lvl1pPr>
          </a:lstStyle>
          <a:p>
            <a:pPr rtl="0"/>
            <a:endParaRPr lang="it-IT" dirty="0"/>
          </a:p>
        </p:txBody>
      </p:sp>
      <p:cxnSp>
        <p:nvCxnSpPr>
          <p:cNvPr id="3" name="Connettore diritto 2">
            <a:extLst>
              <a:ext uri="{FF2B5EF4-FFF2-40B4-BE49-F238E27FC236}">
                <a16:creationId xmlns:a16="http://schemas.microsoft.com/office/drawing/2014/main" id="{1792BFA8-57AD-0B5C-2534-1E862B58D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5127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6807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immag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59" y="640080"/>
            <a:ext cx="4815836" cy="2103120"/>
          </a:xfrm>
        </p:spPr>
        <p:txBody>
          <a:bodyPr lIns="0" tIns="0" rIns="0" bIns="0" rtlCol="0" anchor="ctr" anchorCtr="0"/>
          <a:lstStyle>
            <a:lvl1pPr algn="l">
              <a:defRPr lang="it-IT" sz="4000" b="1" cap="all" spc="0" baseline="0">
                <a:solidFill>
                  <a:schemeClr val="tx1"/>
                </a:solidFill>
              </a:defRPr>
            </a:lvl1pPr>
          </a:lstStyle>
          <a:p>
            <a:pPr rtl="0"/>
            <a:r>
              <a:rPr lang="it-IT"/>
              <a:t>Fare clic per inserire il titolo</a:t>
            </a:r>
          </a:p>
        </p:txBody>
      </p:sp>
      <p:sp>
        <p:nvSpPr>
          <p:cNvPr id="16" name="Segnaposto numero diapositiva 15">
            <a:extLst>
              <a:ext uri="{FF2B5EF4-FFF2-40B4-BE49-F238E27FC236}">
                <a16:creationId xmlns:a16="http://schemas.microsoft.com/office/drawing/2014/main" id="{6183E8BD-29F0-8F9F-FC7D-73F8067BCDD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 rtlCol="0"/>
          <a:lstStyle>
            <a:lvl1pPr>
              <a:defRPr lang="it-IT">
                <a:solidFill>
                  <a:schemeClr val="accent2"/>
                </a:solidFill>
              </a:defRPr>
            </a:lvl1pPr>
          </a:lstStyle>
          <a:p>
            <a:pPr rtl="0"/>
            <a:fld id="{D8DA9DAA-006C-4F4B-980E-E3DF019B24E2}" type="slidenum">
              <a:rPr lang="it-IT" smtClean="0"/>
              <a:pPr/>
              <a:t>‹N›</a:t>
            </a:fld>
            <a:endParaRPr lang="it-IT" dirty="0"/>
          </a:p>
        </p:txBody>
      </p:sp>
      <p:sp>
        <p:nvSpPr>
          <p:cNvPr id="15" name="Segnaposto contenuto 2">
            <a:extLst>
              <a:ext uri="{FF2B5EF4-FFF2-40B4-BE49-F238E27FC236}">
                <a16:creationId xmlns:a16="http://schemas.microsoft.com/office/drawing/2014/main" id="{5C983CA3-739C-6C20-AFE0-0997370354B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31427" y="640080"/>
            <a:ext cx="5122889" cy="2103120"/>
          </a:xfrm>
        </p:spPr>
        <p:txBody>
          <a:bodyPr lIns="0" tIns="0" rIns="0" bIns="0" rtlCol="0" anchor="ctr" anchorCtr="0">
            <a:normAutofit/>
          </a:bodyPr>
          <a:lstStyle>
            <a:lvl1pPr marL="0" indent="0">
              <a:lnSpc>
                <a:spcPct val="110000"/>
              </a:lnSpc>
              <a:buNone/>
              <a:defRPr lang="it-IT" sz="1800">
                <a:solidFill>
                  <a:schemeClr val="tx1"/>
                </a:solidFill>
              </a:defRPr>
            </a:lvl1pPr>
            <a:lvl2pPr marL="228600">
              <a:lnSpc>
                <a:spcPct val="100000"/>
              </a:lnSpc>
              <a:defRPr lang="it-IT" sz="1600">
                <a:solidFill>
                  <a:schemeClr val="tx1"/>
                </a:solidFill>
              </a:defRPr>
            </a:lvl2pPr>
            <a:lvl3pPr marL="457200">
              <a:lnSpc>
                <a:spcPct val="100000"/>
              </a:lnSpc>
              <a:defRPr lang="it-IT" sz="1400">
                <a:solidFill>
                  <a:schemeClr val="tx1"/>
                </a:solidFill>
              </a:defRPr>
            </a:lvl3pPr>
            <a:lvl4pPr marL="685800">
              <a:lnSpc>
                <a:spcPct val="100000"/>
              </a:lnSpc>
              <a:defRPr lang="it-IT" sz="1200">
                <a:solidFill>
                  <a:schemeClr val="tx1"/>
                </a:solidFill>
              </a:defRPr>
            </a:lvl4pPr>
            <a:lvl5pPr>
              <a:defRPr lang="it-IT" sz="1400"/>
            </a:lvl5pPr>
          </a:lstStyle>
          <a:p>
            <a:pPr lvl="0" rtl="0"/>
            <a:r>
              <a:rPr lang="it-IT"/>
              <a:t>Fare clic per inserire il testo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</p:txBody>
      </p:sp>
      <p:cxnSp>
        <p:nvCxnSpPr>
          <p:cNvPr id="4" name="Connettore diritto 3">
            <a:extLst>
              <a:ext uri="{FF2B5EF4-FFF2-40B4-BE49-F238E27FC236}">
                <a16:creationId xmlns:a16="http://schemas.microsoft.com/office/drawing/2014/main" id="{4BC9F29C-BBE9-AFB4-AFC6-30BCA4EB2A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egnaposto contenuto 2">
            <a:extLst>
              <a:ext uri="{FF2B5EF4-FFF2-40B4-BE49-F238E27FC236}">
                <a16:creationId xmlns:a16="http://schemas.microsoft.com/office/drawing/2014/main" id="{CBC4D286-C480-B4CF-4406-CACC323F9FAD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1280160" y="3017520"/>
            <a:ext cx="10374152" cy="3208866"/>
          </a:xfrm>
        </p:spPr>
        <p:txBody>
          <a:bodyPr rtlCol="0"/>
          <a:lstStyle>
            <a:defPPr>
              <a:defRPr lang="it-IT"/>
            </a:defPPr>
          </a:lstStyle>
          <a:p>
            <a:pPr lvl="0" rtl="0"/>
            <a:r>
              <a:rPr lang="it-IT"/>
              <a:t>Fare clic per inserire il testo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sp>
        <p:nvSpPr>
          <p:cNvPr id="14" name="Segnaposto piè di pagina 13">
            <a:extLst>
              <a:ext uri="{FF2B5EF4-FFF2-40B4-BE49-F238E27FC236}">
                <a16:creationId xmlns:a16="http://schemas.microsoft.com/office/drawing/2014/main" id="{0BEE2817-4518-D59A-BD13-29A3D4FE64F0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7539516" y="6356350"/>
            <a:ext cx="4114800" cy="365125"/>
          </a:xfrm>
        </p:spPr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0689052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59" y="4970638"/>
            <a:ext cx="9144000" cy="1280160"/>
          </a:xfrm>
        </p:spPr>
        <p:txBody>
          <a:bodyPr lIns="0" tIns="0" rIns="0" bIns="0" rtlCol="0" anchor="b" anchorCtr="0"/>
          <a:lstStyle>
            <a:lvl1pPr algn="l">
              <a:defRPr lang="it-IT" sz="4000" b="1" cap="all" spc="0" baseline="0">
                <a:solidFill>
                  <a:schemeClr val="tx1"/>
                </a:solidFill>
              </a:defRPr>
            </a:lvl1pPr>
          </a:lstStyle>
          <a:p>
            <a:pPr rtl="0"/>
            <a:r>
              <a:rPr lang="it-IT"/>
              <a:t>Fare clic per modificare lo stile del titolo dello schema</a:t>
            </a:r>
          </a:p>
        </p:txBody>
      </p:sp>
      <p:sp>
        <p:nvSpPr>
          <p:cNvPr id="22" name="Segnaposto numero diapositiva 21">
            <a:extLst>
              <a:ext uri="{FF2B5EF4-FFF2-40B4-BE49-F238E27FC236}">
                <a16:creationId xmlns:a16="http://schemas.microsoft.com/office/drawing/2014/main" id="{F0626849-9D2D-3C95-8C10-FA8F325FE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D8DA9DAA-006C-4F4B-980E-E3DF019B24E2}" type="slidenum">
              <a:rPr lang="it-IT" smtClean="0"/>
              <a:pPr/>
              <a:t>‹N›</a:t>
            </a:fld>
            <a:endParaRPr lang="it-IT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80160" y="685800"/>
            <a:ext cx="4937760" cy="4023360"/>
          </a:xfrm>
        </p:spPr>
        <p:txBody>
          <a:bodyPr lIns="0" tIns="0" rIns="0" bIns="0" rtlCol="0">
            <a:noAutofit/>
          </a:bodyPr>
          <a:lstStyle>
            <a:lvl1pPr marL="0" indent="0">
              <a:spcBef>
                <a:spcPts val="1200"/>
              </a:spcBef>
              <a:buNone/>
              <a:defRPr lang="it-IT" sz="1800"/>
            </a:lvl1pPr>
            <a:lvl2pPr marL="457200">
              <a:spcBef>
                <a:spcPts val="1200"/>
              </a:spcBef>
              <a:defRPr lang="it-IT" sz="1800"/>
            </a:lvl2pPr>
            <a:lvl3pPr marL="914400">
              <a:spcBef>
                <a:spcPts val="1200"/>
              </a:spcBef>
              <a:defRPr lang="it-IT" sz="1800"/>
            </a:lvl3pPr>
            <a:lvl4pPr marL="1371600">
              <a:spcBef>
                <a:spcPts val="1200"/>
              </a:spcBef>
              <a:defRPr lang="it-IT" sz="1800"/>
            </a:lvl4pPr>
            <a:lvl5pPr marL="1828800">
              <a:spcBef>
                <a:spcPts val="1200"/>
              </a:spcBef>
              <a:defRPr lang="it-IT" sz="1800"/>
            </a:lvl5pPr>
          </a:lstStyle>
          <a:p>
            <a:pPr lvl="0" rtl="0"/>
            <a:r>
              <a:rPr lang="it-IT"/>
              <a:t>Fare clic per inserire il testo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704755" y="685800"/>
            <a:ext cx="4937760" cy="4023360"/>
          </a:xfrm>
        </p:spPr>
        <p:txBody>
          <a:bodyPr lIns="0" tIns="0" rIns="0" bIns="0" rtlCol="0">
            <a:noAutofit/>
          </a:bodyPr>
          <a:lstStyle>
            <a:lvl1pPr>
              <a:spcBef>
                <a:spcPts val="1200"/>
              </a:spcBef>
              <a:defRPr lang="it-IT" sz="1800"/>
            </a:lvl1pPr>
            <a:lvl2pPr>
              <a:spcBef>
                <a:spcPts val="1200"/>
              </a:spcBef>
              <a:defRPr lang="it-IT" sz="1800"/>
            </a:lvl2pPr>
            <a:lvl3pPr>
              <a:spcBef>
                <a:spcPts val="1200"/>
              </a:spcBef>
              <a:defRPr lang="it-IT" sz="1800"/>
            </a:lvl3pPr>
            <a:lvl4pPr>
              <a:spcBef>
                <a:spcPts val="1200"/>
              </a:spcBef>
              <a:defRPr lang="it-IT" sz="1800"/>
            </a:lvl4pPr>
            <a:lvl5pPr>
              <a:spcBef>
                <a:spcPts val="1200"/>
              </a:spcBef>
              <a:defRPr lang="it-IT" sz="1800"/>
            </a:lvl5pPr>
          </a:lstStyle>
          <a:p>
            <a:pPr lvl="0" rtl="0"/>
            <a:r>
              <a:rPr lang="it-IT"/>
              <a:t>Fare clic per inserire il testo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grpSp>
        <p:nvGrpSpPr>
          <p:cNvPr id="13" name="Gruppo 12">
            <a:extLst>
              <a:ext uri="{FF2B5EF4-FFF2-40B4-BE49-F238E27FC236}">
                <a16:creationId xmlns:a16="http://schemas.microsoft.com/office/drawing/2014/main" id="{4717D91C-F78C-0E4C-FB27-7112AB840A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22570" y="5680647"/>
            <a:ext cx="465456" cy="581432"/>
            <a:chOff x="7843462" y="2744546"/>
            <a:chExt cx="465456" cy="581432"/>
          </a:xfrm>
        </p:grpSpPr>
        <p:sp>
          <p:nvSpPr>
            <p:cNvPr id="15" name="Elemento grafico 12">
              <a:extLst>
                <a:ext uri="{FF2B5EF4-FFF2-40B4-BE49-F238E27FC236}">
                  <a16:creationId xmlns:a16="http://schemas.microsoft.com/office/drawing/2014/main" id="{CC935CF3-75DF-0DC7-1B2A-E0E0205DF64B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  <p:sp>
          <p:nvSpPr>
            <p:cNvPr id="17" name="Elemento grafico 13">
              <a:extLst>
                <a:ext uri="{FF2B5EF4-FFF2-40B4-BE49-F238E27FC236}">
                  <a16:creationId xmlns:a16="http://schemas.microsoft.com/office/drawing/2014/main" id="{D5782BEB-6319-DEC1-F9ED-BA9201C6B9B7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  <p:sp>
          <p:nvSpPr>
            <p:cNvPr id="18" name="Elemento grafico 15">
              <a:extLst>
                <a:ext uri="{FF2B5EF4-FFF2-40B4-BE49-F238E27FC236}">
                  <a16:creationId xmlns:a16="http://schemas.microsoft.com/office/drawing/2014/main" id="{6E59DFAF-9794-BD12-D89A-422FFFFCE023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</p:grpSp>
      <p:sp>
        <p:nvSpPr>
          <p:cNvPr id="21" name="Segnaposto piè di pagina 20">
            <a:extLst>
              <a:ext uri="{FF2B5EF4-FFF2-40B4-BE49-F238E27FC236}">
                <a16:creationId xmlns:a16="http://schemas.microsoft.com/office/drawing/2014/main" id="{36444A47-BCB3-5C86-F2B8-25092BE8D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lIns="0" rIns="91440" rtlCol="0"/>
          <a:lstStyle>
            <a:lvl1pPr algn="l">
              <a:defRPr lang="it-IT"/>
            </a:lvl1pPr>
          </a:lstStyle>
          <a:p>
            <a:pPr rtl="0"/>
            <a:endParaRPr lang="it-IT" dirty="0"/>
          </a:p>
        </p:txBody>
      </p:sp>
      <p:cxnSp>
        <p:nvCxnSpPr>
          <p:cNvPr id="23" name="Connettore diritto 22">
            <a:extLst>
              <a:ext uri="{FF2B5EF4-FFF2-40B4-BE49-F238E27FC236}">
                <a16:creationId xmlns:a16="http://schemas.microsoft.com/office/drawing/2014/main" id="{C648C53D-49AB-C003-70E8-5117AF079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uppo 23">
            <a:extLst>
              <a:ext uri="{FF2B5EF4-FFF2-40B4-BE49-F238E27FC236}">
                <a16:creationId xmlns:a16="http://schemas.microsoft.com/office/drawing/2014/main" id="{A96BC1DE-6696-3408-564E-2D73B12663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5400000">
            <a:off x="10711518" y="5393214"/>
            <a:ext cx="1097341" cy="736658"/>
            <a:chOff x="10508317" y="446637"/>
            <a:chExt cx="1097341" cy="736658"/>
          </a:xfrm>
        </p:grpSpPr>
        <p:sp>
          <p:nvSpPr>
            <p:cNvPr id="25" name="Elemento grafico 15">
              <a:extLst>
                <a:ext uri="{FF2B5EF4-FFF2-40B4-BE49-F238E27FC236}">
                  <a16:creationId xmlns:a16="http://schemas.microsoft.com/office/drawing/2014/main" id="{268EB1E4-29D6-C3F5-BCBB-FB7E7EE5C2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508317" y="492206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  <p:sp>
          <p:nvSpPr>
            <p:cNvPr id="26" name="Elemento grafico 16">
              <a:extLst>
                <a:ext uri="{FF2B5EF4-FFF2-40B4-BE49-F238E27FC236}">
                  <a16:creationId xmlns:a16="http://schemas.microsoft.com/office/drawing/2014/main" id="{09524D46-140F-2F4F-430B-F59815A07C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477944" y="1055581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2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  <p:sp>
          <p:nvSpPr>
            <p:cNvPr id="27" name="Elemento grafico 14">
              <a:extLst>
                <a:ext uri="{FF2B5EF4-FFF2-40B4-BE49-F238E27FC236}">
                  <a16:creationId xmlns:a16="http://schemas.microsoft.com/office/drawing/2014/main" id="{AC75143B-C717-8D04-743C-B40FB5EFB2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241555" y="446637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</p:grpSp>
    </p:spTree>
    <p:extLst>
      <p:ext uri="{BB962C8B-B14F-4D97-AF65-F5344CB8AC3E}">
        <p14:creationId xmlns:p14="http://schemas.microsoft.com/office/powerpoint/2010/main" val="34873764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60" y="640080"/>
            <a:ext cx="10087699" cy="1280160"/>
          </a:xfrm>
        </p:spPr>
        <p:txBody>
          <a:bodyPr lIns="0" tIns="0" rIns="0" bIns="0" rtlCol="0" anchor="b" anchorCtr="0"/>
          <a:lstStyle>
            <a:lvl1pPr>
              <a:defRPr lang="it-IT" sz="4000" b="1" cap="all" baseline="0"/>
            </a:lvl1pPr>
          </a:lstStyle>
          <a:p>
            <a:pPr rtl="0"/>
            <a:r>
              <a:rPr lang="it-IT"/>
              <a:t>Fare clic per inserire il titolo</a:t>
            </a:r>
          </a:p>
        </p:txBody>
      </p:sp>
      <p:sp>
        <p:nvSpPr>
          <p:cNvPr id="10" name="Segnaposto numero diapositiva 9">
            <a:extLst>
              <a:ext uri="{FF2B5EF4-FFF2-40B4-BE49-F238E27FC236}">
                <a16:creationId xmlns:a16="http://schemas.microsoft.com/office/drawing/2014/main" id="{116B8DF0-B7E6-5032-C3C7-E457E793B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D8DA9DAA-006C-4F4B-980E-E3DF019B24E2}" type="slidenum">
              <a:rPr lang="it-IT" smtClean="0"/>
              <a:pPr/>
              <a:t>‹N›</a:t>
            </a:fld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280160" y="2103119"/>
            <a:ext cx="10087699" cy="4114800"/>
          </a:xfrm>
        </p:spPr>
        <p:txBody>
          <a:bodyPr lIns="0" tIns="0" rIns="0" bIns="0" rtlCol="0"/>
          <a:lstStyle>
            <a:defPPr>
              <a:defRPr lang="it-IT"/>
            </a:defPPr>
          </a:lstStyle>
          <a:p>
            <a:pPr lvl="0" rtl="0"/>
            <a:r>
              <a:rPr lang="it-IT"/>
              <a:t>Fare clic per inserire il testo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5C05CAAB-DBA2-4548-AD5F-01BB97FBB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egnaposto piè di pagina 8">
            <a:extLst>
              <a:ext uri="{FF2B5EF4-FFF2-40B4-BE49-F238E27FC236}">
                <a16:creationId xmlns:a16="http://schemas.microsoft.com/office/drawing/2014/main" id="{DC5F4D40-ADE4-5EEB-436C-8563A49C5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lIns="0" rtlCol="0"/>
          <a:lstStyle>
            <a:lvl1pPr algn="l">
              <a:defRPr lang="it-IT"/>
            </a:lvl1pPr>
          </a:lstStyle>
          <a:p>
            <a:pPr rtl="0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3217450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lle immagine e titolo 1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2897" y="585216"/>
            <a:ext cx="8965094" cy="2276856"/>
          </a:xfrm>
        </p:spPr>
        <p:txBody>
          <a:bodyPr lIns="0" tIns="0" rIns="0" rtlCol="0" anchor="b"/>
          <a:lstStyle>
            <a:lvl1pPr algn="r">
              <a:lnSpc>
                <a:spcPts val="4800"/>
              </a:lnSpc>
              <a:defRPr lang="it-IT" sz="4800" b="1" cap="all" spc="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it-IT"/>
              <a:t>Fare clic per modificare lo stile del titolo dello schema</a:t>
            </a:r>
            <a:endParaRPr lang="it-IT" dirty="0"/>
          </a:p>
        </p:txBody>
      </p:sp>
      <p:sp>
        <p:nvSpPr>
          <p:cNvPr id="7" name="Segnaposto immagine 14">
            <a:extLst>
              <a:ext uri="{FF2B5EF4-FFF2-40B4-BE49-F238E27FC236}">
                <a16:creationId xmlns:a16="http://schemas.microsoft.com/office/drawing/2014/main" id="{FC9B12A4-113B-B3F6-5926-5C2A6F504AB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371606" y="3205313"/>
            <a:ext cx="3043077" cy="3043083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0" rtlCol="0" anchor="t" anchorCtr="0">
            <a:noAutofit/>
          </a:bodyPr>
          <a:lstStyle>
            <a:lvl1pPr algn="ctr">
              <a:buNone/>
              <a:defRPr lang="it-IT" sz="1800">
                <a:solidFill>
                  <a:schemeClr val="bg1"/>
                </a:solidFill>
              </a:defRPr>
            </a:lvl1pPr>
          </a:lstStyle>
          <a:p>
            <a:pPr rtl="0"/>
            <a:r>
              <a:rPr lang="it-IT"/>
              <a:t>Fai clic per aggiungere un'immagine</a:t>
            </a:r>
          </a:p>
        </p:txBody>
      </p:sp>
      <p:sp>
        <p:nvSpPr>
          <p:cNvPr id="16" name="Segnaposto testo 15">
            <a:extLst>
              <a:ext uri="{FF2B5EF4-FFF2-40B4-BE49-F238E27FC236}">
                <a16:creationId xmlns:a16="http://schemas.microsoft.com/office/drawing/2014/main" id="{A928810C-E773-43AE-A2A1-4073955CC8D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640609" y="3127248"/>
            <a:ext cx="6117381" cy="3017520"/>
          </a:xfrm>
        </p:spPr>
        <p:txBody>
          <a:bodyPr lIns="0" tIns="0" rIns="0" bIns="0" rtlCol="0">
            <a:normAutofit/>
          </a:bodyPr>
          <a:lstStyle>
            <a:lvl1pPr marL="0" indent="0" algn="r">
              <a:spcBef>
                <a:spcPts val="1200"/>
              </a:spcBef>
              <a:buNone/>
              <a:defRPr lang="it-IT" sz="2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it-IT"/>
              <a:t>Fare clic per inserire il testo</a:t>
            </a:r>
          </a:p>
        </p:txBody>
      </p:sp>
      <p:grpSp>
        <p:nvGrpSpPr>
          <p:cNvPr id="3" name="Gruppo 2">
            <a:extLst>
              <a:ext uri="{FF2B5EF4-FFF2-40B4-BE49-F238E27FC236}">
                <a16:creationId xmlns:a16="http://schemas.microsoft.com/office/drawing/2014/main" id="{8AF51D36-DB19-27CD-47E0-A4261648DA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8614240">
            <a:off x="3975343" y="2819532"/>
            <a:ext cx="465456" cy="581432"/>
            <a:chOff x="7843462" y="2744546"/>
            <a:chExt cx="465456" cy="581432"/>
          </a:xfrm>
        </p:grpSpPr>
        <p:sp>
          <p:nvSpPr>
            <p:cNvPr id="4" name="Elemento grafico 12">
              <a:extLst>
                <a:ext uri="{FF2B5EF4-FFF2-40B4-BE49-F238E27FC236}">
                  <a16:creationId xmlns:a16="http://schemas.microsoft.com/office/drawing/2014/main" id="{3EFED0E0-17D4-C5B0-09D0-B43338A856B3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  <p:sp>
          <p:nvSpPr>
            <p:cNvPr id="5" name="Elemento grafico 13">
              <a:extLst>
                <a:ext uri="{FF2B5EF4-FFF2-40B4-BE49-F238E27FC236}">
                  <a16:creationId xmlns:a16="http://schemas.microsoft.com/office/drawing/2014/main" id="{8F798BBE-9B6F-700D-08A1-09ABC5388CCE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  <p:sp>
          <p:nvSpPr>
            <p:cNvPr id="6" name="Elemento grafico 15">
              <a:extLst>
                <a:ext uri="{FF2B5EF4-FFF2-40B4-BE49-F238E27FC236}">
                  <a16:creationId xmlns:a16="http://schemas.microsoft.com/office/drawing/2014/main" id="{4AE2D1C5-9D85-9049-690C-3AFCE7E2DA56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</p:grpSp>
      <p:cxnSp>
        <p:nvCxnSpPr>
          <p:cNvPr id="13" name="Connettore diritto 12">
            <a:extLst>
              <a:ext uri="{FF2B5EF4-FFF2-40B4-BE49-F238E27FC236}">
                <a16:creationId xmlns:a16="http://schemas.microsoft.com/office/drawing/2014/main" id="{9D0FE75D-ACD3-655E-58A7-8F2C182760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3503032"/>
            <a:ext cx="0" cy="334609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93626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36525"/>
            <a:ext cx="10515600" cy="1509713"/>
          </a:xfrm>
        </p:spPr>
        <p:txBody>
          <a:bodyPr rtlCol="0"/>
          <a:lstStyle>
            <a:defPPr>
              <a:defRPr lang="it-IT"/>
            </a:defPPr>
          </a:lstStyle>
          <a:p>
            <a:pPr rtl="0"/>
            <a:r>
              <a:rPr lang="it-IT"/>
              <a:t>Fare clic per inserire il titolo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39000" y="6356350"/>
            <a:ext cx="4114800" cy="365125"/>
          </a:xfrm>
          <a:prstGeom prst="rect">
            <a:avLst/>
          </a:prstGeom>
        </p:spPr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632" y="726630"/>
            <a:ext cx="520991" cy="517379"/>
          </a:xfrm>
        </p:spPr>
        <p:txBody>
          <a:bodyPr rtlCol="0"/>
          <a:lstStyle>
            <a:defPPr>
              <a:defRPr lang="it-IT"/>
            </a:defPPr>
          </a:lstStyle>
          <a:p>
            <a:pPr rtl="0"/>
            <a:fld id="{D8DA9DAA-006C-4F4B-980E-E3DF019B24E2}" type="slidenum">
              <a:rPr lang="it-IT" smtClean="0"/>
              <a:t>‹N›</a:t>
            </a:fld>
            <a:endParaRPr lang="it-IT" dirty="0"/>
          </a:p>
        </p:txBody>
      </p:sp>
      <p:cxnSp>
        <p:nvCxnSpPr>
          <p:cNvPr id="3" name="Connettore diritto 2">
            <a:extLst>
              <a:ext uri="{FF2B5EF4-FFF2-40B4-BE49-F238E27FC236}">
                <a16:creationId xmlns:a16="http://schemas.microsoft.com/office/drawing/2014/main" id="{B5B2B208-F5B9-0151-C982-A389CB0B29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15890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32910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ttore diritto 1">
            <a:extLst>
              <a:ext uri="{FF2B5EF4-FFF2-40B4-BE49-F238E27FC236}">
                <a16:creationId xmlns:a16="http://schemas.microsoft.com/office/drawing/2014/main" id="{20EEA6CA-DE1E-18ED-E69E-54A1372FE2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15890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2F973C81-5E94-41F6-CE15-3B4763B3A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2C835B5C-F994-9D57-3118-919EE90F5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D8DA9DAA-006C-4F4B-980E-E3DF019B24E2}" type="slidenum">
              <a:rPr lang="it-IT" smtClean="0"/>
              <a:pPr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840867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0FDA4224-F4E4-47A4-ACF7-231749390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5394" y="1"/>
            <a:ext cx="9918405" cy="164623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defPPr>
              <a:defRPr lang="it-IT"/>
            </a:defPPr>
          </a:lstStyle>
          <a:p>
            <a:pPr rtl="0"/>
            <a:r>
              <a:rPr lang="it-IT"/>
              <a:t>Fare clic per modificare lo stile del titolo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1679907-DC49-4B86-A34C-C97DBC26A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35394" y="1825625"/>
            <a:ext cx="991840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it-IT"/>
            </a:defPPr>
          </a:lstStyle>
          <a:p>
            <a:pPr lvl="0" rtl="0"/>
            <a:r>
              <a:rPr lang="it-IT"/>
              <a:t>Fare clic per modificare lo stile del titolo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  <a:endParaRPr lang="it-IT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6C0E9BD-90BD-46AE-8A0D-06796ADB76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6121" y="726630"/>
            <a:ext cx="520991" cy="517379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lang="it-IT" sz="1800" b="1" i="0" cap="all" spc="100" baseline="0">
                <a:solidFill>
                  <a:schemeClr val="accent2"/>
                </a:solidFill>
              </a:defRPr>
            </a:lvl1pPr>
          </a:lstStyle>
          <a:p>
            <a:pPr rtl="0"/>
            <a:fld id="{D8DA9DAA-006C-4F4B-980E-E3DF019B24E2}" type="slidenum">
              <a:rPr lang="it-IT" smtClean="0"/>
              <a:pPr/>
              <a:t>‹N›</a:t>
            </a:fld>
            <a:endParaRPr lang="it-IT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1EF1C86-6A9C-D287-D381-5634A69BF1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35394" y="6356350"/>
            <a:ext cx="2743200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lang="it-IT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it-IT"/>
              <a:t>20XX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21B8477-3F24-EDCB-C8AC-8433636391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38999" y="6356350"/>
            <a:ext cx="4114800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lang="it-IT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999713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17" r:id="rId2"/>
    <p:sldLayoutId id="2147483728" r:id="rId3"/>
    <p:sldLayoutId id="2147483729" r:id="rId4"/>
    <p:sldLayoutId id="2147483710" r:id="rId5"/>
    <p:sldLayoutId id="2147483727" r:id="rId6"/>
    <p:sldLayoutId id="2147483701" r:id="rId7"/>
    <p:sldLayoutId id="2147483721" r:id="rId8"/>
    <p:sldLayoutId id="2147483720" r:id="rId9"/>
    <p:sldLayoutId id="2147483730" r:id="rId10"/>
    <p:sldLayoutId id="2147483722" r:id="rId11"/>
    <p:sldLayoutId id="2147483698" r:id="rId12"/>
    <p:sldLayoutId id="2147483732" r:id="rId13"/>
    <p:sldLayoutId id="2147483702" r:id="rId14"/>
    <p:sldLayoutId id="2147483703" r:id="rId15"/>
  </p:sldLayoutIdLst>
  <p:hf sldNum="0" hdr="0" ftr="0"/>
  <p:txStyles>
    <p:titleStyle>
      <a:lvl1pPr algn="l" defTabSz="914400" rtl="0" eaLnBrk="1" latinLnBrk="0" hangingPunct="1">
        <a:lnSpc>
          <a:spcPts val="4000"/>
        </a:lnSpc>
        <a:spcBef>
          <a:spcPct val="0"/>
        </a:spcBef>
        <a:buNone/>
        <a:defRPr lang="it-IT"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it-IT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it-IT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it-IT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2.xml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.xml"/><Relationship Id="rId11" Type="http://schemas.openxmlformats.org/officeDocument/2006/relationships/image" Target="../media/image9.png"/><Relationship Id="rId5" Type="http://schemas.openxmlformats.org/officeDocument/2006/relationships/image" Target="../media/image6.png"/><Relationship Id="rId10" Type="http://schemas.openxmlformats.org/officeDocument/2006/relationships/customXml" Target="../ink/ink3.xml"/><Relationship Id="rId4" Type="http://schemas.openxmlformats.org/officeDocument/2006/relationships/image" Target="../media/image5.png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3A9968B-2619-4F71-AB00-4C493E1208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59" y="357809"/>
            <a:ext cx="7378932" cy="3080335"/>
          </a:xfrm>
        </p:spPr>
        <p:txBody>
          <a:bodyPr rtlCol="0"/>
          <a:lstStyle>
            <a:defPPr>
              <a:defRPr lang="it-IT"/>
            </a:defPPr>
          </a:lstStyle>
          <a:p>
            <a:pPr rtl="0"/>
            <a:r>
              <a:rPr lang="it-IT" sz="4000" dirty="0"/>
              <a:t>He </a:t>
            </a:r>
            <a:r>
              <a:rPr lang="it-IT" sz="4000" dirty="0" err="1"/>
              <a:t>neutrinos</a:t>
            </a:r>
            <a:r>
              <a:rPr lang="it-IT" sz="4000" dirty="0"/>
              <a:t> </a:t>
            </a:r>
            <a:r>
              <a:rPr lang="it-IT" sz="4000" dirty="0" err="1"/>
              <a:t>emission</a:t>
            </a:r>
            <a:r>
              <a:rPr lang="it-IT" sz="4000" dirty="0"/>
              <a:t> from </a:t>
            </a:r>
            <a:r>
              <a:rPr lang="it-IT" sz="4000" dirty="0" err="1"/>
              <a:t>sn</a:t>
            </a:r>
            <a:r>
              <a:rPr lang="it-IT" sz="4000" dirty="0"/>
              <a:t> </a:t>
            </a:r>
            <a:r>
              <a:rPr lang="it-IT" sz="4000" dirty="0" err="1"/>
              <a:t>explosion</a:t>
            </a:r>
            <a:endParaRPr lang="it-IT" sz="4000" dirty="0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FC18D81E-32D3-2AB6-E9C9-BEB6821FCD93}"/>
              </a:ext>
            </a:extLst>
          </p:cNvPr>
          <p:cNvSpPr txBox="1"/>
          <p:nvPr/>
        </p:nvSpPr>
        <p:spPr>
          <a:xfrm>
            <a:off x="1280158" y="5853860"/>
            <a:ext cx="61094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/>
                </a:solidFill>
              </a:rPr>
              <a:t>V. Oliviero, I. Rea, M. </a:t>
            </a:r>
            <a:r>
              <a:rPr lang="it-IT" dirty="0" err="1">
                <a:solidFill>
                  <a:schemeClr val="bg1"/>
                </a:solidFill>
              </a:rPr>
              <a:t>Bendahman</a:t>
            </a:r>
            <a:r>
              <a:rPr lang="it-IT" dirty="0">
                <a:solidFill>
                  <a:schemeClr val="bg1"/>
                </a:solidFill>
              </a:rPr>
              <a:t>, W. Idrissi </a:t>
            </a:r>
            <a:r>
              <a:rPr lang="it-IT" dirty="0" err="1">
                <a:solidFill>
                  <a:schemeClr val="bg1"/>
                </a:solidFill>
              </a:rPr>
              <a:t>Ibnsalih</a:t>
            </a:r>
            <a:endParaRPr lang="it-IT" dirty="0">
              <a:solidFill>
                <a:schemeClr val="bg1"/>
              </a:solidFill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518ED6D6-479D-63F1-4E58-670400E5F8F5}"/>
              </a:ext>
            </a:extLst>
          </p:cNvPr>
          <p:cNvSpPr txBox="1"/>
          <p:nvPr/>
        </p:nvSpPr>
        <p:spPr>
          <a:xfrm>
            <a:off x="1280158" y="5484528"/>
            <a:ext cx="4433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/>
                </a:solidFill>
              </a:rPr>
              <a:t>Weekly Analysis Meeting – 29/05/25</a:t>
            </a:r>
          </a:p>
        </p:txBody>
      </p:sp>
    </p:spTree>
    <p:extLst>
      <p:ext uri="{BB962C8B-B14F-4D97-AF65-F5344CB8AC3E}">
        <p14:creationId xmlns:p14="http://schemas.microsoft.com/office/powerpoint/2010/main" val="13908703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F7599656-1C74-37D0-F524-BB5F25425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640080"/>
            <a:ext cx="10087699" cy="1280160"/>
          </a:xfrm>
        </p:spPr>
        <p:txBody>
          <a:bodyPr/>
          <a:lstStyle/>
          <a:p>
            <a:r>
              <a:rPr lang="en-US" dirty="0"/>
              <a:t>Status of the analysis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491C7280-5DF4-B55B-041B-1A4598935B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0160" y="2103119"/>
            <a:ext cx="10087699" cy="4114800"/>
          </a:xfrm>
        </p:spPr>
        <p:txBody>
          <a:bodyPr/>
          <a:lstStyle/>
          <a:p>
            <a:r>
              <a:rPr lang="en-US" dirty="0" err="1"/>
              <a:t>Cut&amp;Count</a:t>
            </a:r>
            <a:r>
              <a:rPr lang="en-US" dirty="0"/>
              <a:t> Analysis:</a:t>
            </a:r>
          </a:p>
          <a:p>
            <a:pPr lvl="1"/>
            <a:r>
              <a:rPr lang="en-US" dirty="0"/>
              <a:t>Moved to </a:t>
            </a:r>
            <a:r>
              <a:rPr lang="en-US" dirty="0" err="1"/>
              <a:t>Aanet</a:t>
            </a:r>
            <a:r>
              <a:rPr lang="en-US" dirty="0"/>
              <a:t> 2.6 (no bug) -&gt; the results changed little (1-2%)</a:t>
            </a:r>
          </a:p>
          <a:p>
            <a:pPr lvl="1"/>
            <a:r>
              <a:rPr lang="en-US" dirty="0"/>
              <a:t>Done for both IIn and IIP SN model;</a:t>
            </a:r>
          </a:p>
          <a:p>
            <a:pPr lvl="1"/>
            <a:r>
              <a:rPr lang="en-US" dirty="0"/>
              <a:t>Done with ARCA8,ARCA19 and ARCA21 configuration;</a:t>
            </a:r>
          </a:p>
          <a:p>
            <a:pPr lvl="1"/>
            <a:r>
              <a:rPr lang="en-US" dirty="0"/>
              <a:t>Catalog -&gt; on going analysis with the sources for all the configuration + combined configuration;</a:t>
            </a:r>
          </a:p>
          <a:p>
            <a:pPr lvl="1"/>
            <a:r>
              <a:rPr lang="en-US" dirty="0"/>
              <a:t>Next step: Optimization of cone &amp; </a:t>
            </a:r>
            <a:r>
              <a:rPr lang="en-US" dirty="0" err="1"/>
              <a:t>LogEtreshold</a:t>
            </a:r>
            <a:r>
              <a:rPr lang="en-US" dirty="0"/>
              <a:t> parameters.</a:t>
            </a:r>
          </a:p>
          <a:p>
            <a:r>
              <a:rPr lang="en-US" dirty="0" err="1"/>
              <a:t>Unbinned</a:t>
            </a:r>
            <a:r>
              <a:rPr lang="en-US" dirty="0"/>
              <a:t> Time dependent:</a:t>
            </a:r>
          </a:p>
          <a:p>
            <a:pPr lvl="1"/>
            <a:r>
              <a:rPr lang="en-US" dirty="0"/>
              <a:t>Done tests with the box function;</a:t>
            </a:r>
          </a:p>
          <a:p>
            <a:pPr lvl="1"/>
            <a:r>
              <a:rPr lang="en-US" dirty="0"/>
              <a:t>Next step: to implement the light curve from Murase in the code.</a:t>
            </a:r>
          </a:p>
        </p:txBody>
      </p:sp>
    </p:spTree>
    <p:extLst>
      <p:ext uri="{BB962C8B-B14F-4D97-AF65-F5344CB8AC3E}">
        <p14:creationId xmlns:p14="http://schemas.microsoft.com/office/powerpoint/2010/main" val="3886303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172;p21">
            <a:extLst>
              <a:ext uri="{FF2B5EF4-FFF2-40B4-BE49-F238E27FC236}">
                <a16:creationId xmlns:a16="http://schemas.microsoft.com/office/drawing/2014/main" id="{B8EEB808-28EC-BDD0-B271-5F0525A90988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8200" y="1830011"/>
            <a:ext cx="5681000" cy="445694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itolo 3">
            <a:extLst>
              <a:ext uri="{FF2B5EF4-FFF2-40B4-BE49-F238E27FC236}">
                <a16:creationId xmlns:a16="http://schemas.microsoft.com/office/drawing/2014/main" id="{444DD173-DFEB-5450-348B-2CEA6C742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509713"/>
          </a:xfrm>
        </p:spPr>
        <p:txBody>
          <a:bodyPr/>
          <a:lstStyle/>
          <a:p>
            <a:r>
              <a:rPr lang="it-IT" b="1" dirty="0"/>
              <a:t>MODELING THE FLUX – SN IIN</a:t>
            </a:r>
          </a:p>
        </p:txBody>
      </p:sp>
      <p:cxnSp>
        <p:nvCxnSpPr>
          <p:cNvPr id="6" name="Connettore curvo 5">
            <a:extLst>
              <a:ext uri="{FF2B5EF4-FFF2-40B4-BE49-F238E27FC236}">
                <a16:creationId xmlns:a16="http://schemas.microsoft.com/office/drawing/2014/main" id="{7C25E19C-A0F0-7BD1-F6D8-7A48997C8E91}"/>
              </a:ext>
            </a:extLst>
          </p:cNvPr>
          <p:cNvCxnSpPr>
            <a:cxnSpLocks/>
          </p:cNvCxnSpPr>
          <p:nvPr/>
        </p:nvCxnSpPr>
        <p:spPr>
          <a:xfrm flipV="1">
            <a:off x="5648255" y="1829989"/>
            <a:ext cx="2286000" cy="830084"/>
          </a:xfrm>
          <a:prstGeom prst="curvedConnector3">
            <a:avLst>
              <a:gd name="adj1" fmla="val -233"/>
            </a:avLst>
          </a:prstGeom>
          <a:ln w="38100" cap="flat" cmpd="sng" algn="ctr">
            <a:solidFill>
              <a:schemeClr val="accent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42F1BDDB-C391-4BC3-6399-8E4B3D9880FF}"/>
                  </a:ext>
                </a:extLst>
              </p:cNvPr>
              <p:cNvSpPr txBox="1"/>
              <p:nvPr/>
            </p:nvSpPr>
            <p:spPr>
              <a:xfrm>
                <a:off x="7585999" y="3388118"/>
                <a:ext cx="4606001" cy="6494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dirty="0" err="1"/>
                  <a:t>We</a:t>
                </a:r>
                <a:r>
                  <a:rPr lang="it-IT" dirty="0"/>
                  <a:t> </a:t>
                </a:r>
                <a:r>
                  <a:rPr lang="it-IT" dirty="0" err="1"/>
                  <a:t>have</a:t>
                </a:r>
                <a:r>
                  <a:rPr lang="it-IT" dirty="0"/>
                  <a:t> </a:t>
                </a:r>
                <a:r>
                  <a:rPr lang="it-IT" dirty="0" err="1"/>
                  <a:t>analyzed</a:t>
                </a:r>
                <a:r>
                  <a:rPr lang="it-IT" dirty="0"/>
                  <a:t> the time window between</a:t>
                </a:r>
                <a14:m>
                  <m:oMath xmlns:m="http://schemas.openxmlformats.org/officeDocument/2006/math">
                    <m:r>
                      <a:rPr lang="it-IT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it-IT" b="0" i="0" dirty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it-IT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it-IT" b="0" i="0" dirty="0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it-IT" b="0" i="0" dirty="0" smtClean="0">
                            <a:latin typeface="Cambria Math" panose="02040503050406030204" pitchFamily="18" charset="0"/>
                          </a:rPr>
                          <m:t>onset</m:t>
                        </m:r>
                      </m:sub>
                    </m:sSub>
                    <m:r>
                      <a:rPr lang="it-IT" b="0" i="0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it-IT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b="0" i="0" dirty="0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it-IT" b="0" i="0" dirty="0" smtClean="0">
                            <a:latin typeface="Cambria Math" panose="02040503050406030204" pitchFamily="18" charset="0"/>
                          </a:rPr>
                          <m:t>5.8</m:t>
                        </m:r>
                      </m:sup>
                    </m:sSup>
                    <m:r>
                      <a:rPr lang="it-IT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it-IT" b="0" i="0" dirty="0" smtClean="0">
                        <a:latin typeface="Cambria Math" panose="02040503050406030204" pitchFamily="18" charset="0"/>
                      </a:rPr>
                      <m:t>and</m:t>
                    </m:r>
                    <m:r>
                      <a:rPr lang="it-IT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it-IT">
                        <a:latin typeface="Cambria Math" panose="02040503050406030204" pitchFamily="18" charset="0"/>
                      </a:rPr>
                      <m:t> </m:t>
                    </m:r>
                    <m:func>
                      <m:func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it-IT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𝜈</m:t>
                            </m:r>
                            <m:r>
                              <m:rPr>
                                <m:sty m:val="p"/>
                              </m:rPr>
                              <a:rPr lang="it-IT" b="0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sub>
                        </m:sSub>
                      </m:fName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it-IT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7.5</m:t>
                            </m:r>
                          </m:sup>
                        </m:sSup>
                      </m:e>
                    </m:func>
                  </m:oMath>
                </a14:m>
                <a:r>
                  <a:rPr lang="it-IT" dirty="0"/>
                  <a:t>  </a:t>
                </a:r>
              </a:p>
            </p:txBody>
          </p:sp>
        </mc:Choice>
        <mc:Fallback xmlns="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42F1BDDB-C391-4BC3-6399-8E4B3D9880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5999" y="3388118"/>
                <a:ext cx="4606001" cy="649409"/>
              </a:xfrm>
              <a:prstGeom prst="rect">
                <a:avLst/>
              </a:prstGeom>
              <a:blipFill>
                <a:blip r:embed="rId3"/>
                <a:stretch>
                  <a:fillRect l="-1058" t="-4717" b="-16038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ttangolo 8">
            <a:extLst>
              <a:ext uri="{FF2B5EF4-FFF2-40B4-BE49-F238E27FC236}">
                <a16:creationId xmlns:a16="http://schemas.microsoft.com/office/drawing/2014/main" id="{C9E4104D-B5F8-333F-FFA2-08AFC5D7E5EF}"/>
              </a:ext>
            </a:extLst>
          </p:cNvPr>
          <p:cNvSpPr/>
          <p:nvPr/>
        </p:nvSpPr>
        <p:spPr>
          <a:xfrm>
            <a:off x="4623019" y="2430356"/>
            <a:ext cx="1773382" cy="3256250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1" name="Connettore curvo 10">
            <a:extLst>
              <a:ext uri="{FF2B5EF4-FFF2-40B4-BE49-F238E27FC236}">
                <a16:creationId xmlns:a16="http://schemas.microsoft.com/office/drawing/2014/main" id="{FD30EF07-F8E0-42B4-B7DA-9082BB01DC77}"/>
              </a:ext>
            </a:extLst>
          </p:cNvPr>
          <p:cNvCxnSpPr>
            <a:cxnSpLocks/>
          </p:cNvCxnSpPr>
          <p:nvPr/>
        </p:nvCxnSpPr>
        <p:spPr>
          <a:xfrm flipV="1">
            <a:off x="5603545" y="3620333"/>
            <a:ext cx="1961037" cy="592207"/>
          </a:xfrm>
          <a:prstGeom prst="curvedConnector3">
            <a:avLst>
              <a:gd name="adj1" fmla="val 50000"/>
            </a:avLst>
          </a:prstGeom>
          <a:ln w="3810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64E45379-8290-9562-3087-2A7B826F9C88}"/>
              </a:ext>
            </a:extLst>
          </p:cNvPr>
          <p:cNvSpPr txBox="1"/>
          <p:nvPr/>
        </p:nvSpPr>
        <p:spPr>
          <a:xfrm>
            <a:off x="8057054" y="1506824"/>
            <a:ext cx="33458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We</a:t>
            </a:r>
            <a:r>
              <a:rPr lang="it-IT" dirty="0"/>
              <a:t> </a:t>
            </a:r>
            <a:r>
              <a:rPr lang="it-IT" dirty="0" err="1"/>
              <a:t>studied</a:t>
            </a:r>
            <a:r>
              <a:rPr lang="it-IT" dirty="0"/>
              <a:t> first SN </a:t>
            </a:r>
            <a:r>
              <a:rPr lang="it-IT" dirty="0" err="1"/>
              <a:t>IIn</a:t>
            </a:r>
            <a:r>
              <a:rPr lang="it-IT" dirty="0"/>
              <a:t> </a:t>
            </a:r>
            <a:r>
              <a:rPr lang="it-IT" dirty="0" err="1"/>
              <a:t>emission</a:t>
            </a:r>
            <a:r>
              <a:rPr lang="it-IT" dirty="0"/>
              <a:t> model, with s=2.0.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asellaDiTesto 13">
                <a:extLst>
                  <a:ext uri="{FF2B5EF4-FFF2-40B4-BE49-F238E27FC236}">
                    <a16:creationId xmlns:a16="http://schemas.microsoft.com/office/drawing/2014/main" id="{E1AB6047-109F-B848-4735-EF4C4A687139}"/>
                  </a:ext>
                </a:extLst>
              </p:cNvPr>
              <p:cNvSpPr txBox="1"/>
              <p:nvPr/>
            </p:nvSpPr>
            <p:spPr>
              <a:xfrm>
                <a:off x="7658417" y="4169786"/>
                <a:ext cx="4143145" cy="369332"/>
              </a:xfrm>
              <a:prstGeom prst="rect">
                <a:avLst/>
              </a:prstGeom>
              <a:noFill/>
              <a:ln w="38100">
                <a:solidFill>
                  <a:srgbClr val="976CFF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𝜈</m:t>
                              </m:r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sub>
                          </m:sSub>
                        </m:fName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𝑜𝑛𝑠𝑒𝑡</m:t>
                              </m:r>
                            </m:sub>
                          </m:s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=358,7 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𝑑𝑎𝑦𝑠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∼1 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𝑦𝑒𝑎𝑟𝑠</m:t>
                          </m:r>
                        </m:e>
                      </m:func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14" name="CasellaDiTesto 13">
                <a:extLst>
                  <a:ext uri="{FF2B5EF4-FFF2-40B4-BE49-F238E27FC236}">
                    <a16:creationId xmlns:a16="http://schemas.microsoft.com/office/drawing/2014/main" id="{E1AB6047-109F-B848-4735-EF4C4A6871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8417" y="4169786"/>
                <a:ext cx="4143145" cy="369332"/>
              </a:xfrm>
              <a:prstGeom prst="rect">
                <a:avLst/>
              </a:prstGeom>
              <a:blipFill>
                <a:blip r:embed="rId4"/>
                <a:stretch>
                  <a:fillRect b="-8955"/>
                </a:stretch>
              </a:blipFill>
              <a:ln w="38100">
                <a:solidFill>
                  <a:srgbClr val="976CFF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65626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235CC70-BD4D-7088-A020-AD0C8FBFA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9793" y="452552"/>
            <a:ext cx="9137012" cy="1280160"/>
          </a:xfrm>
        </p:spPr>
        <p:txBody>
          <a:bodyPr/>
          <a:lstStyle/>
          <a:p>
            <a:r>
              <a:rPr lang="it-IT" dirty="0" err="1"/>
              <a:t>Modeling</a:t>
            </a:r>
            <a:r>
              <a:rPr lang="it-IT" dirty="0"/>
              <a:t> the </a:t>
            </a:r>
            <a:r>
              <a:rPr lang="it-IT" dirty="0" err="1"/>
              <a:t>flux</a:t>
            </a:r>
            <a:r>
              <a:rPr lang="it-IT" dirty="0"/>
              <a:t> – </a:t>
            </a:r>
            <a:r>
              <a:rPr lang="it-IT" dirty="0" err="1"/>
              <a:t>sn</a:t>
            </a:r>
            <a:r>
              <a:rPr lang="it-IT" dirty="0"/>
              <a:t> </a:t>
            </a:r>
            <a:r>
              <a:rPr lang="it-IT" dirty="0" err="1"/>
              <a:t>iIp</a:t>
            </a:r>
            <a:endParaRPr lang="it-IT" dirty="0"/>
          </a:p>
        </p:txBody>
      </p:sp>
      <p:pic>
        <p:nvPicPr>
          <p:cNvPr id="3" name="Google Shape;172;p21">
            <a:extLst>
              <a:ext uri="{FF2B5EF4-FFF2-40B4-BE49-F238E27FC236}">
                <a16:creationId xmlns:a16="http://schemas.microsoft.com/office/drawing/2014/main" id="{FBAD604B-78DF-465C-A1B0-C9170F96D0E8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713398" y="1719618"/>
            <a:ext cx="4628800" cy="3428912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Segnaposto contenuto 9">
            <a:extLst>
              <a:ext uri="{FF2B5EF4-FFF2-40B4-BE49-F238E27FC236}">
                <a16:creationId xmlns:a16="http://schemas.microsoft.com/office/drawing/2014/main" id="{3D33BE44-FBDF-3DD4-1B8A-48DF8D14F7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8454" y="2209557"/>
            <a:ext cx="4622047" cy="2058076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1AD191D8-8B8E-D687-962A-935F0BBAA027}"/>
              </a:ext>
            </a:extLst>
          </p:cNvPr>
          <p:cNvSpPr txBox="1"/>
          <p:nvPr/>
        </p:nvSpPr>
        <p:spPr>
          <a:xfrm>
            <a:off x="1056168" y="4644808"/>
            <a:ext cx="4622047" cy="369332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2700000" scaled="1"/>
            <a:tileRect/>
          </a:gradFill>
          <a:ln w="38100">
            <a:solidFill>
              <a:srgbClr val="976CFF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nivers"/>
                <a:ea typeface="+mn-ea"/>
                <a:cs typeface="+mn-cs"/>
              </a:rPr>
              <a:t>First </a:t>
            </a:r>
            <a:r>
              <a:rPr kumimoji="0" lang="it-IT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nivers"/>
                <a:ea typeface="+mn-ea"/>
                <a:cs typeface="+mn-cs"/>
              </a:rPr>
              <a:t>period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nivers"/>
                <a:ea typeface="+mn-ea"/>
                <a:cs typeface="+mn-cs"/>
              </a:rPr>
              <a:t> IIP – time window 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≈ 6 days</a:t>
            </a: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nivers"/>
              <a:ea typeface="+mn-ea"/>
              <a:cs typeface="+mn-cs"/>
            </a:endParaRP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41E5501C-FD43-C539-481A-25CE34384239}"/>
              </a:ext>
            </a:extLst>
          </p:cNvPr>
          <p:cNvSpPr txBox="1"/>
          <p:nvPr/>
        </p:nvSpPr>
        <p:spPr>
          <a:xfrm>
            <a:off x="6860210" y="4611211"/>
            <a:ext cx="4815191" cy="369332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2700000" scaled="1"/>
            <a:tileRect/>
          </a:gradFill>
          <a:ln w="38100">
            <a:solidFill>
              <a:srgbClr val="976CFF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nivers"/>
                <a:ea typeface="+mn-ea"/>
                <a:cs typeface="+mn-cs"/>
              </a:rPr>
              <a:t>Second </a:t>
            </a:r>
            <a:r>
              <a:rPr kumimoji="0" lang="it-IT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nivers"/>
                <a:ea typeface="+mn-ea"/>
                <a:cs typeface="+mn-cs"/>
              </a:rPr>
              <a:t>period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nivers"/>
                <a:ea typeface="+mn-ea"/>
                <a:cs typeface="+mn-cs"/>
              </a:rPr>
              <a:t> IIP – time window 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≈ 3 </a:t>
            </a:r>
            <a:r>
              <a:rPr kumimoji="0" lang="it-IT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years</a:t>
            </a: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nivers"/>
              <a:ea typeface="+mn-ea"/>
              <a:cs typeface="+mn-cs"/>
            </a:endParaRPr>
          </a:p>
        </p:txBody>
      </p:sp>
      <p:sp>
        <p:nvSpPr>
          <p:cNvPr id="13" name="Ovale 12">
            <a:extLst>
              <a:ext uri="{FF2B5EF4-FFF2-40B4-BE49-F238E27FC236}">
                <a16:creationId xmlns:a16="http://schemas.microsoft.com/office/drawing/2014/main" id="{9E286BEB-FA77-42C2-C3F3-C5E15EAC48BE}"/>
              </a:ext>
            </a:extLst>
          </p:cNvPr>
          <p:cNvSpPr/>
          <p:nvPr/>
        </p:nvSpPr>
        <p:spPr>
          <a:xfrm rot="994157">
            <a:off x="9317861" y="3771056"/>
            <a:ext cx="2342500" cy="446567"/>
          </a:xfrm>
          <a:prstGeom prst="ellipse">
            <a:avLst/>
          </a:prstGeom>
          <a:solidFill>
            <a:srgbClr val="FF8112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Univers"/>
              <a:ea typeface="+mn-ea"/>
              <a:cs typeface="+mn-cs"/>
            </a:endParaRPr>
          </a:p>
        </p:txBody>
      </p:sp>
      <p:sp>
        <p:nvSpPr>
          <p:cNvPr id="14" name="Ovale 13">
            <a:extLst>
              <a:ext uri="{FF2B5EF4-FFF2-40B4-BE49-F238E27FC236}">
                <a16:creationId xmlns:a16="http://schemas.microsoft.com/office/drawing/2014/main" id="{AE23311A-0E5A-1833-54DF-42F7E9572B12}"/>
              </a:ext>
            </a:extLst>
          </p:cNvPr>
          <p:cNvSpPr/>
          <p:nvPr/>
        </p:nvSpPr>
        <p:spPr>
          <a:xfrm rot="238847">
            <a:off x="8588870" y="2491395"/>
            <a:ext cx="1427903" cy="446567"/>
          </a:xfrm>
          <a:prstGeom prst="ellipse">
            <a:avLst/>
          </a:prstGeom>
          <a:solidFill>
            <a:srgbClr val="FF8112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Univers"/>
              <a:ea typeface="+mn-ea"/>
              <a:cs typeface="+mn-cs"/>
            </a:endParaRPr>
          </a:p>
        </p:txBody>
      </p:sp>
      <p:cxnSp>
        <p:nvCxnSpPr>
          <p:cNvPr id="15" name="Connettore curvo 14">
            <a:extLst>
              <a:ext uri="{FF2B5EF4-FFF2-40B4-BE49-F238E27FC236}">
                <a16:creationId xmlns:a16="http://schemas.microsoft.com/office/drawing/2014/main" id="{3E7D01DD-60C1-E038-E012-B003C6662316}"/>
              </a:ext>
            </a:extLst>
          </p:cNvPr>
          <p:cNvCxnSpPr>
            <a:cxnSpLocks/>
            <a:stCxn id="14" idx="2"/>
          </p:cNvCxnSpPr>
          <p:nvPr/>
        </p:nvCxnSpPr>
        <p:spPr>
          <a:xfrm rot="10800000" flipV="1">
            <a:off x="5509466" y="2665114"/>
            <a:ext cx="3081127" cy="2180393"/>
          </a:xfrm>
          <a:prstGeom prst="curvedConnector3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ttore curvo 16">
            <a:extLst>
              <a:ext uri="{FF2B5EF4-FFF2-40B4-BE49-F238E27FC236}">
                <a16:creationId xmlns:a16="http://schemas.microsoft.com/office/drawing/2014/main" id="{907405C1-0067-C53E-819D-0319A85F2CDB}"/>
              </a:ext>
            </a:extLst>
          </p:cNvPr>
          <p:cNvCxnSpPr>
            <a:cxnSpLocks/>
            <a:stCxn id="13" idx="2"/>
          </p:cNvCxnSpPr>
          <p:nvPr/>
        </p:nvCxnSpPr>
        <p:spPr>
          <a:xfrm rot="10800000" flipH="1" flipV="1">
            <a:off x="9366495" y="3660328"/>
            <a:ext cx="385235" cy="1106203"/>
          </a:xfrm>
          <a:prstGeom prst="curvedConnector4">
            <a:avLst>
              <a:gd name="adj1" fmla="val -59340"/>
              <a:gd name="adj2" fmla="val 75189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Immagine 23">
            <a:extLst>
              <a:ext uri="{FF2B5EF4-FFF2-40B4-BE49-F238E27FC236}">
                <a16:creationId xmlns:a16="http://schemas.microsoft.com/office/drawing/2014/main" id="{B788239C-7BF4-610E-0BF7-9BED560EA9C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" b="41241"/>
          <a:stretch/>
        </p:blipFill>
        <p:spPr>
          <a:xfrm>
            <a:off x="101117" y="5113517"/>
            <a:ext cx="6096851" cy="1744483"/>
          </a:xfrm>
          <a:prstGeom prst="rect">
            <a:avLst/>
          </a:prstGeom>
        </p:spPr>
      </p:pic>
      <p:pic>
        <p:nvPicPr>
          <p:cNvPr id="25" name="Immagine 24">
            <a:extLst>
              <a:ext uri="{FF2B5EF4-FFF2-40B4-BE49-F238E27FC236}">
                <a16:creationId xmlns:a16="http://schemas.microsoft.com/office/drawing/2014/main" id="{43970EF5-AF76-BAB7-8369-89BD3B61DA8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41240"/>
          <a:stretch/>
        </p:blipFill>
        <p:spPr>
          <a:xfrm>
            <a:off x="6238044" y="5113517"/>
            <a:ext cx="5953956" cy="174448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7" name="Input penna 26">
                <a:extLst>
                  <a:ext uri="{FF2B5EF4-FFF2-40B4-BE49-F238E27FC236}">
                    <a16:creationId xmlns:a16="http://schemas.microsoft.com/office/drawing/2014/main" id="{185FE964-2DAD-97CF-9EFA-C56E3DF07F58}"/>
                  </a:ext>
                </a:extLst>
              </p14:cNvPr>
              <p14:cNvContentPartPr/>
              <p14:nvPr/>
            </p14:nvContentPartPr>
            <p14:xfrm>
              <a:off x="4107965" y="3763338"/>
              <a:ext cx="1587600" cy="360"/>
            </p14:xfrm>
          </p:contentPart>
        </mc:Choice>
        <mc:Fallback>
          <p:pic>
            <p:nvPicPr>
              <p:cNvPr id="27" name="Input penna 26">
                <a:extLst>
                  <a:ext uri="{FF2B5EF4-FFF2-40B4-BE49-F238E27FC236}">
                    <a16:creationId xmlns:a16="http://schemas.microsoft.com/office/drawing/2014/main" id="{185FE964-2DAD-97CF-9EFA-C56E3DF07F5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054325" y="3655698"/>
                <a:ext cx="169524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28" name="Input penna 27">
                <a:extLst>
                  <a:ext uri="{FF2B5EF4-FFF2-40B4-BE49-F238E27FC236}">
                    <a16:creationId xmlns:a16="http://schemas.microsoft.com/office/drawing/2014/main" id="{6B93F99F-4FC1-6C13-8D37-DB06B0D47F32}"/>
                  </a:ext>
                </a:extLst>
              </p14:cNvPr>
              <p14:cNvContentPartPr/>
              <p14:nvPr/>
            </p14:nvContentPartPr>
            <p14:xfrm>
              <a:off x="1214285" y="3995538"/>
              <a:ext cx="3195000" cy="360"/>
            </p14:xfrm>
          </p:contentPart>
        </mc:Choice>
        <mc:Fallback>
          <p:pic>
            <p:nvPicPr>
              <p:cNvPr id="28" name="Input penna 27">
                <a:extLst>
                  <a:ext uri="{FF2B5EF4-FFF2-40B4-BE49-F238E27FC236}">
                    <a16:creationId xmlns:a16="http://schemas.microsoft.com/office/drawing/2014/main" id="{6B93F99F-4FC1-6C13-8D37-DB06B0D47F3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160285" y="3887538"/>
                <a:ext cx="330264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29" name="Input penna 28">
                <a:extLst>
                  <a:ext uri="{FF2B5EF4-FFF2-40B4-BE49-F238E27FC236}">
                    <a16:creationId xmlns:a16="http://schemas.microsoft.com/office/drawing/2014/main" id="{F4765B99-AB06-0138-08E8-F81EDC32CF02}"/>
                  </a:ext>
                </a:extLst>
              </p14:cNvPr>
              <p14:cNvContentPartPr/>
              <p14:nvPr/>
            </p14:nvContentPartPr>
            <p14:xfrm>
              <a:off x="1855805" y="3777018"/>
              <a:ext cx="2289600" cy="360"/>
            </p14:xfrm>
          </p:contentPart>
        </mc:Choice>
        <mc:Fallback>
          <p:pic>
            <p:nvPicPr>
              <p:cNvPr id="29" name="Input penna 28">
                <a:extLst>
                  <a:ext uri="{FF2B5EF4-FFF2-40B4-BE49-F238E27FC236}">
                    <a16:creationId xmlns:a16="http://schemas.microsoft.com/office/drawing/2014/main" id="{F4765B99-AB06-0138-08E8-F81EDC32CF0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802165" y="3669378"/>
                <a:ext cx="2397240" cy="21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872551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0973CC-F05C-F766-9AA0-43C6AB0B1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C2F8AD8-5693-8C8A-C84F-E6819F414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9793" y="452552"/>
            <a:ext cx="9137012" cy="1280160"/>
          </a:xfrm>
        </p:spPr>
        <p:txBody>
          <a:bodyPr/>
          <a:lstStyle/>
          <a:p>
            <a:r>
              <a:rPr lang="it-IT" dirty="0" err="1"/>
              <a:t>Modeling</a:t>
            </a:r>
            <a:r>
              <a:rPr lang="it-IT" dirty="0"/>
              <a:t> the </a:t>
            </a:r>
            <a:r>
              <a:rPr lang="it-IT" dirty="0" err="1"/>
              <a:t>flux</a:t>
            </a:r>
            <a:r>
              <a:rPr lang="it-IT" dirty="0"/>
              <a:t> – </a:t>
            </a:r>
            <a:r>
              <a:rPr lang="it-IT" dirty="0" err="1"/>
              <a:t>sn</a:t>
            </a:r>
            <a:r>
              <a:rPr lang="it-IT" dirty="0"/>
              <a:t> </a:t>
            </a:r>
            <a:r>
              <a:rPr lang="it-IT" dirty="0" err="1"/>
              <a:t>iIp</a:t>
            </a:r>
            <a:endParaRPr lang="it-IT" dirty="0"/>
          </a:p>
        </p:txBody>
      </p:sp>
      <p:pic>
        <p:nvPicPr>
          <p:cNvPr id="6" name="Segnaposto contenuto 5">
            <a:extLst>
              <a:ext uri="{FF2B5EF4-FFF2-40B4-BE49-F238E27FC236}">
                <a16:creationId xmlns:a16="http://schemas.microsoft.com/office/drawing/2014/main" id="{D0761F2B-E8ED-D5AA-56B0-702790CC12F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69793" y="2405700"/>
            <a:ext cx="5455239" cy="4040574"/>
          </a:xfrm>
        </p:spPr>
      </p:pic>
      <p:pic>
        <p:nvPicPr>
          <p:cNvPr id="7" name="Google Shape;172;p21">
            <a:extLst>
              <a:ext uri="{FF2B5EF4-FFF2-40B4-BE49-F238E27FC236}">
                <a16:creationId xmlns:a16="http://schemas.microsoft.com/office/drawing/2014/main" id="{D825CC9A-C93C-0C3E-30B7-42D037338EED}"/>
              </a:ext>
            </a:extLst>
          </p:cNvPr>
          <p:cNvPicPr preferRelativeResize="0">
            <a:picLocks noGrp="1"/>
          </p:cNvPicPr>
          <p:nvPr>
            <p:ph sz="quarter" idx="4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11106" y="2139344"/>
            <a:ext cx="5284450" cy="4444949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Rettangolo 7">
            <a:extLst>
              <a:ext uri="{FF2B5EF4-FFF2-40B4-BE49-F238E27FC236}">
                <a16:creationId xmlns:a16="http://schemas.microsoft.com/office/drawing/2014/main" id="{1AB8BF76-9FCB-0A00-1DB5-86E76422B08C}"/>
              </a:ext>
            </a:extLst>
          </p:cNvPr>
          <p:cNvSpPr/>
          <p:nvPr/>
        </p:nvSpPr>
        <p:spPr>
          <a:xfrm>
            <a:off x="8713382" y="3163186"/>
            <a:ext cx="1501004" cy="531628"/>
          </a:xfrm>
          <a:prstGeom prst="rect">
            <a:avLst/>
          </a:prstGeom>
          <a:solidFill>
            <a:schemeClr val="accent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Ovale 8">
            <a:extLst>
              <a:ext uri="{FF2B5EF4-FFF2-40B4-BE49-F238E27FC236}">
                <a16:creationId xmlns:a16="http://schemas.microsoft.com/office/drawing/2014/main" id="{6CB92561-D9F1-E1EB-DB98-2F3794003AD7}"/>
              </a:ext>
            </a:extLst>
          </p:cNvPr>
          <p:cNvSpPr/>
          <p:nvPr/>
        </p:nvSpPr>
        <p:spPr>
          <a:xfrm>
            <a:off x="8713382" y="3211033"/>
            <a:ext cx="1501004" cy="446567"/>
          </a:xfrm>
          <a:prstGeom prst="ellipse">
            <a:avLst/>
          </a:prstGeom>
          <a:solidFill>
            <a:srgbClr val="FF8112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0" name="Ovale 9">
            <a:extLst>
              <a:ext uri="{FF2B5EF4-FFF2-40B4-BE49-F238E27FC236}">
                <a16:creationId xmlns:a16="http://schemas.microsoft.com/office/drawing/2014/main" id="{D16642AD-3239-73AF-9B8A-7EE27D9EDC08}"/>
              </a:ext>
            </a:extLst>
          </p:cNvPr>
          <p:cNvSpPr/>
          <p:nvPr/>
        </p:nvSpPr>
        <p:spPr>
          <a:xfrm rot="994157">
            <a:off x="9687342" y="4961153"/>
            <a:ext cx="2342500" cy="446567"/>
          </a:xfrm>
          <a:prstGeom prst="ellipse">
            <a:avLst/>
          </a:prstGeom>
          <a:solidFill>
            <a:srgbClr val="FF8112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cxnSp>
        <p:nvCxnSpPr>
          <p:cNvPr id="12" name="Connettore curvo 11">
            <a:extLst>
              <a:ext uri="{FF2B5EF4-FFF2-40B4-BE49-F238E27FC236}">
                <a16:creationId xmlns:a16="http://schemas.microsoft.com/office/drawing/2014/main" id="{C5A131A6-8869-03CF-A7EA-76BD3C473192}"/>
              </a:ext>
            </a:extLst>
          </p:cNvPr>
          <p:cNvCxnSpPr>
            <a:cxnSpLocks/>
          </p:cNvCxnSpPr>
          <p:nvPr/>
        </p:nvCxnSpPr>
        <p:spPr>
          <a:xfrm>
            <a:off x="3798615" y="2625484"/>
            <a:ext cx="5317444" cy="558968"/>
          </a:xfrm>
          <a:prstGeom prst="curvedConnector3">
            <a:avLst>
              <a:gd name="adj1" fmla="val 100989"/>
            </a:avLst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Connettore curvo 15">
            <a:extLst>
              <a:ext uri="{FF2B5EF4-FFF2-40B4-BE49-F238E27FC236}">
                <a16:creationId xmlns:a16="http://schemas.microsoft.com/office/drawing/2014/main" id="{C0E07F8A-DF0A-2BE8-A73C-C1BAA10E3EA1}"/>
              </a:ext>
            </a:extLst>
          </p:cNvPr>
          <p:cNvCxnSpPr>
            <a:cxnSpLocks/>
            <a:endCxn id="9" idx="2"/>
          </p:cNvCxnSpPr>
          <p:nvPr/>
        </p:nvCxnSpPr>
        <p:spPr>
          <a:xfrm>
            <a:off x="4765912" y="3051544"/>
            <a:ext cx="3947470" cy="382773"/>
          </a:xfrm>
          <a:prstGeom prst="curvedConnector3">
            <a:avLst>
              <a:gd name="adj1" fmla="val 50000"/>
            </a:avLst>
          </a:prstGeom>
          <a:ln w="28575">
            <a:solidFill>
              <a:srgbClr val="FF811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ttore curvo 17">
            <a:extLst>
              <a:ext uri="{FF2B5EF4-FFF2-40B4-BE49-F238E27FC236}">
                <a16:creationId xmlns:a16="http://schemas.microsoft.com/office/drawing/2014/main" id="{D7115A71-F06B-E2DD-E4B1-B2167C901D6D}"/>
              </a:ext>
            </a:extLst>
          </p:cNvPr>
          <p:cNvCxnSpPr>
            <a:endCxn id="10" idx="2"/>
          </p:cNvCxnSpPr>
          <p:nvPr/>
        </p:nvCxnSpPr>
        <p:spPr>
          <a:xfrm>
            <a:off x="4759147" y="3033470"/>
            <a:ext cx="4976830" cy="1816956"/>
          </a:xfrm>
          <a:prstGeom prst="curvedConnector3">
            <a:avLst>
              <a:gd name="adj1" fmla="val 41882"/>
            </a:avLst>
          </a:prstGeom>
          <a:ln w="28575">
            <a:solidFill>
              <a:srgbClr val="FF811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24320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FB20D-E1D7-BABC-C855-B8EE6AB89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4CCA14D-DE6A-BE13-168C-65CB56102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9793" y="452552"/>
            <a:ext cx="9137012" cy="1280160"/>
          </a:xfrm>
        </p:spPr>
        <p:txBody>
          <a:bodyPr/>
          <a:lstStyle/>
          <a:p>
            <a:r>
              <a:rPr lang="it-IT" dirty="0" err="1"/>
              <a:t>Modeling</a:t>
            </a:r>
            <a:r>
              <a:rPr lang="it-IT" dirty="0"/>
              <a:t> the </a:t>
            </a:r>
            <a:r>
              <a:rPr lang="it-IT" dirty="0" err="1"/>
              <a:t>flux</a:t>
            </a:r>
            <a:r>
              <a:rPr lang="it-IT" dirty="0"/>
              <a:t> – </a:t>
            </a:r>
            <a:r>
              <a:rPr lang="it-IT" dirty="0" err="1"/>
              <a:t>sn</a:t>
            </a:r>
            <a:r>
              <a:rPr lang="it-IT" dirty="0"/>
              <a:t> </a:t>
            </a:r>
            <a:r>
              <a:rPr lang="it-IT" dirty="0" err="1"/>
              <a:t>iIp</a:t>
            </a:r>
            <a:endParaRPr lang="it-IT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E00C5C5A-9220-DD67-B8F9-2956F6B811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793" y="2095314"/>
            <a:ext cx="6134956" cy="2667372"/>
          </a:xfrm>
          <a:prstGeom prst="rect">
            <a:avLst/>
          </a:prstGeom>
        </p:spPr>
      </p:pic>
      <p:pic>
        <p:nvPicPr>
          <p:cNvPr id="15" name="Immagine 14">
            <a:extLst>
              <a:ext uri="{FF2B5EF4-FFF2-40B4-BE49-F238E27FC236}">
                <a16:creationId xmlns:a16="http://schemas.microsoft.com/office/drawing/2014/main" id="{05AE902D-D2C2-D6F6-CCE3-D7F90912E0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2593" y="1988027"/>
            <a:ext cx="5122848" cy="3930151"/>
          </a:xfrm>
          <a:prstGeom prst="rect">
            <a:avLst/>
          </a:prstGeom>
        </p:spPr>
      </p:pic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9DB3608C-BFBD-82F8-92DE-64D3666D71B3}"/>
              </a:ext>
            </a:extLst>
          </p:cNvPr>
          <p:cNvSpPr txBox="1"/>
          <p:nvPr/>
        </p:nvSpPr>
        <p:spPr>
          <a:xfrm>
            <a:off x="8458039" y="3583771"/>
            <a:ext cx="2216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>
                    <a:lumMod val="75000"/>
                  </a:schemeClr>
                </a:solidFill>
              </a:rPr>
              <a:t>Preliminary </a:t>
            </a:r>
            <a:r>
              <a:rPr lang="it-IT" dirty="0" err="1">
                <a:solidFill>
                  <a:schemeClr val="bg1">
                    <a:lumMod val="75000"/>
                  </a:schemeClr>
                </a:solidFill>
              </a:rPr>
              <a:t>results</a:t>
            </a:r>
            <a:endParaRPr lang="it-IT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E2B4EB73-F042-C224-0199-9C2C374CB4CB}"/>
              </a:ext>
            </a:extLst>
          </p:cNvPr>
          <p:cNvSpPr txBox="1"/>
          <p:nvPr/>
        </p:nvSpPr>
        <p:spPr>
          <a:xfrm>
            <a:off x="869793" y="4967677"/>
            <a:ext cx="6022800" cy="923330"/>
          </a:xfrm>
          <a:prstGeom prst="rect">
            <a:avLst/>
          </a:prstGeom>
          <a:noFill/>
          <a:ln>
            <a:solidFill>
              <a:schemeClr val="accent1"/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lang="it-IT" dirty="0" err="1"/>
              <a:t>We</a:t>
            </a:r>
            <a:r>
              <a:rPr lang="it-IT" dirty="0"/>
              <a:t> </a:t>
            </a:r>
            <a:r>
              <a:rPr lang="it-IT" dirty="0" err="1"/>
              <a:t>choose</a:t>
            </a:r>
            <a:r>
              <a:rPr lang="it-IT" dirty="0"/>
              <a:t> to use the </a:t>
            </a:r>
            <a:r>
              <a:rPr lang="it-IT" dirty="0" err="1"/>
              <a:t>average</a:t>
            </a:r>
            <a:r>
              <a:rPr lang="it-IT" dirty="0"/>
              <a:t> </a:t>
            </a:r>
            <a:r>
              <a:rPr lang="it-IT" dirty="0" err="1"/>
              <a:t>flux</a:t>
            </a:r>
            <a:r>
              <a:rPr lang="it-IT" dirty="0"/>
              <a:t> over 3 </a:t>
            </a:r>
            <a:r>
              <a:rPr lang="it-IT" dirty="0" err="1"/>
              <a:t>years</a:t>
            </a:r>
            <a:r>
              <a:rPr lang="it-IT" dirty="0"/>
              <a:t> -&gt; </a:t>
            </a:r>
            <a:r>
              <a:rPr lang="it-IT" dirty="0" err="1"/>
              <a:t>Results</a:t>
            </a:r>
            <a:r>
              <a:rPr lang="it-IT" dirty="0"/>
              <a:t> </a:t>
            </a:r>
            <a:r>
              <a:rPr lang="it-IT" dirty="0" err="1"/>
              <a:t>similar</a:t>
            </a:r>
            <a:r>
              <a:rPr lang="it-IT" dirty="0"/>
              <a:t> to the one of the time window </a:t>
            </a:r>
            <a:r>
              <a:rPr lang="it-IT" dirty="0" err="1"/>
              <a:t>suggested</a:t>
            </a:r>
            <a:r>
              <a:rPr lang="it-IT" dirty="0"/>
              <a:t> by </a:t>
            </a:r>
            <a:r>
              <a:rPr lang="it-IT" dirty="0" err="1"/>
              <a:t>Murase</a:t>
            </a:r>
            <a:endParaRPr lang="it-IT" dirty="0"/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6FCDF5EF-0026-F957-A9EE-A245FDE94369}"/>
              </a:ext>
            </a:extLst>
          </p:cNvPr>
          <p:cNvSpPr txBox="1"/>
          <p:nvPr/>
        </p:nvSpPr>
        <p:spPr>
          <a:xfrm>
            <a:off x="7525240" y="2392084"/>
            <a:ext cx="12121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d = 1Mpc</a:t>
            </a:r>
          </a:p>
          <a:p>
            <a:r>
              <a:rPr lang="it-IT" dirty="0"/>
              <a:t> 3 </a:t>
            </a:r>
            <a:r>
              <a:rPr lang="it-IT" dirty="0" err="1"/>
              <a:t>yrs</a:t>
            </a:r>
            <a:endParaRPr lang="it-IT" dirty="0"/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A9E42B9A-E136-429E-2C5C-B57A76BEBCC6}"/>
              </a:ext>
            </a:extLst>
          </p:cNvPr>
          <p:cNvSpPr txBox="1"/>
          <p:nvPr/>
        </p:nvSpPr>
        <p:spPr>
          <a:xfrm>
            <a:off x="3408278" y="6082282"/>
            <a:ext cx="5885847" cy="646331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2700000" scaled="1"/>
            <a:tileRect/>
          </a:gradFill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The </a:t>
            </a:r>
            <a:r>
              <a:rPr lang="it-IT" dirty="0" err="1"/>
              <a:t>results</a:t>
            </a:r>
            <a:r>
              <a:rPr lang="it-IT" dirty="0"/>
              <a:t> for the IIP </a:t>
            </a:r>
            <a:r>
              <a:rPr lang="it-IT" dirty="0" err="1"/>
              <a:t>will</a:t>
            </a:r>
            <a:r>
              <a:rPr lang="it-IT" dirty="0"/>
              <a:t> </a:t>
            </a:r>
            <a:r>
              <a:rPr lang="it-IT" dirty="0" err="1"/>
              <a:t>significantly</a:t>
            </a:r>
            <a:r>
              <a:rPr lang="it-IT" dirty="0"/>
              <a:t> </a:t>
            </a:r>
            <a:r>
              <a:rPr lang="it-IT" dirty="0" err="1"/>
              <a:t>improve</a:t>
            </a:r>
            <a:r>
              <a:rPr lang="it-IT" dirty="0"/>
              <a:t> with the </a:t>
            </a:r>
            <a:r>
              <a:rPr lang="it-IT" dirty="0" err="1"/>
              <a:t>Unbinned</a:t>
            </a:r>
            <a:r>
              <a:rPr lang="it-IT" dirty="0"/>
              <a:t> Time </a:t>
            </a:r>
            <a:r>
              <a:rPr lang="it-IT" dirty="0" err="1"/>
              <a:t>dependent</a:t>
            </a:r>
            <a:r>
              <a:rPr lang="it-IT" dirty="0"/>
              <a:t> </a:t>
            </a:r>
            <a:r>
              <a:rPr lang="it-IT" dirty="0" err="1"/>
              <a:t>Likelihood</a:t>
            </a:r>
            <a:r>
              <a:rPr lang="it-IT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3644361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4">
            <a:extLst>
              <a:ext uri="{FF2B5EF4-FFF2-40B4-BE49-F238E27FC236}">
                <a16:creationId xmlns:a16="http://schemas.microsoft.com/office/drawing/2014/main" id="{6D813EC7-E185-A701-6B69-E1C63D699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Cut&amp;count</a:t>
            </a:r>
            <a:r>
              <a:rPr lang="it-IT" dirty="0"/>
              <a:t> </a:t>
            </a:r>
            <a:r>
              <a:rPr lang="it-IT" dirty="0" err="1"/>
              <a:t>analysis</a:t>
            </a:r>
            <a:r>
              <a:rPr lang="it-IT" dirty="0"/>
              <a:t> - 1</a:t>
            </a:r>
          </a:p>
        </p:txBody>
      </p:sp>
      <p:pic>
        <p:nvPicPr>
          <p:cNvPr id="9" name="Segnaposto contenuto 8">
            <a:extLst>
              <a:ext uri="{FF2B5EF4-FFF2-40B4-BE49-F238E27FC236}">
                <a16:creationId xmlns:a16="http://schemas.microsoft.com/office/drawing/2014/main" id="{B2C6F028-A99F-CC4F-825B-9359883537C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/>
          <a:stretch/>
        </p:blipFill>
        <p:spPr>
          <a:xfrm>
            <a:off x="869247" y="2327441"/>
            <a:ext cx="5226753" cy="4009865"/>
          </a:xfrm>
        </p:spPr>
      </p:pic>
      <p:pic>
        <p:nvPicPr>
          <p:cNvPr id="11" name="Segnaposto contenuto 10">
            <a:extLst>
              <a:ext uri="{FF2B5EF4-FFF2-40B4-BE49-F238E27FC236}">
                <a16:creationId xmlns:a16="http://schemas.microsoft.com/office/drawing/2014/main" id="{6AD3D508-BB71-0749-082A-9C5CF75C2400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rcRect/>
          <a:stretch/>
        </p:blipFill>
        <p:spPr>
          <a:xfrm>
            <a:off x="6312967" y="2327441"/>
            <a:ext cx="5226753" cy="4009865"/>
          </a:xfrm>
        </p:spPr>
      </p:pic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8FA1B722-5729-3945-D238-D3C4ADA6CBF6}"/>
              </a:ext>
            </a:extLst>
          </p:cNvPr>
          <p:cNvSpPr txBox="1"/>
          <p:nvPr/>
        </p:nvSpPr>
        <p:spPr>
          <a:xfrm>
            <a:off x="1573619" y="2782669"/>
            <a:ext cx="12121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d = 1Mpc</a:t>
            </a:r>
          </a:p>
          <a:p>
            <a:r>
              <a:rPr lang="it-IT" dirty="0"/>
              <a:t>1 </a:t>
            </a:r>
            <a:r>
              <a:rPr lang="it-IT" dirty="0" err="1"/>
              <a:t>yr</a:t>
            </a:r>
            <a:endParaRPr lang="it-IT" dirty="0"/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385A5817-B07E-0EE0-4115-F54B3316A494}"/>
              </a:ext>
            </a:extLst>
          </p:cNvPr>
          <p:cNvSpPr txBox="1"/>
          <p:nvPr/>
        </p:nvSpPr>
        <p:spPr>
          <a:xfrm>
            <a:off x="6967869" y="2782668"/>
            <a:ext cx="12121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d = 1Mpc</a:t>
            </a:r>
          </a:p>
          <a:p>
            <a:r>
              <a:rPr lang="it-IT" dirty="0"/>
              <a:t> 3 </a:t>
            </a:r>
            <a:r>
              <a:rPr lang="it-IT" dirty="0" err="1"/>
              <a:t>yrs</a:t>
            </a:r>
            <a:endParaRPr lang="it-IT" dirty="0"/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1C780923-D4E7-2831-60D7-DC5D3599D57F}"/>
              </a:ext>
            </a:extLst>
          </p:cNvPr>
          <p:cNvSpPr txBox="1"/>
          <p:nvPr/>
        </p:nvSpPr>
        <p:spPr>
          <a:xfrm>
            <a:off x="8200445" y="3699562"/>
            <a:ext cx="2216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>
                    <a:lumMod val="75000"/>
                  </a:schemeClr>
                </a:solidFill>
              </a:rPr>
              <a:t>Preliminary </a:t>
            </a:r>
            <a:r>
              <a:rPr lang="it-IT" dirty="0" err="1">
                <a:solidFill>
                  <a:schemeClr val="bg1">
                    <a:lumMod val="75000"/>
                  </a:schemeClr>
                </a:solidFill>
              </a:rPr>
              <a:t>results</a:t>
            </a:r>
            <a:endParaRPr lang="it-IT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3C4AC661-6867-AB7B-9E39-A40B2C0B0822}"/>
              </a:ext>
            </a:extLst>
          </p:cNvPr>
          <p:cNvSpPr txBox="1"/>
          <p:nvPr/>
        </p:nvSpPr>
        <p:spPr>
          <a:xfrm>
            <a:off x="2562565" y="3699562"/>
            <a:ext cx="2216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>
                    <a:lumMod val="75000"/>
                  </a:schemeClr>
                </a:solidFill>
              </a:rPr>
              <a:t>Preliminary </a:t>
            </a:r>
            <a:r>
              <a:rPr lang="it-IT" dirty="0" err="1">
                <a:solidFill>
                  <a:schemeClr val="bg1">
                    <a:lumMod val="75000"/>
                  </a:schemeClr>
                </a:solidFill>
              </a:rPr>
              <a:t>results</a:t>
            </a:r>
            <a:endParaRPr lang="it-IT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44491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D07C17-F46B-5B1C-B71D-ECF8F1F98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4">
            <a:extLst>
              <a:ext uri="{FF2B5EF4-FFF2-40B4-BE49-F238E27FC236}">
                <a16:creationId xmlns:a16="http://schemas.microsoft.com/office/drawing/2014/main" id="{FC7AAB46-9602-1018-CF59-C548E327B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Cut&amp;count</a:t>
            </a:r>
            <a:r>
              <a:rPr lang="it-IT" dirty="0"/>
              <a:t> </a:t>
            </a:r>
            <a:r>
              <a:rPr lang="it-IT" dirty="0" err="1"/>
              <a:t>analysis</a:t>
            </a:r>
            <a:r>
              <a:rPr lang="it-IT" dirty="0"/>
              <a:t> - 2</a:t>
            </a:r>
          </a:p>
        </p:txBody>
      </p:sp>
      <p:pic>
        <p:nvPicPr>
          <p:cNvPr id="9" name="Segnaposto contenuto 8">
            <a:extLst>
              <a:ext uri="{FF2B5EF4-FFF2-40B4-BE49-F238E27FC236}">
                <a16:creationId xmlns:a16="http://schemas.microsoft.com/office/drawing/2014/main" id="{B9C433A0-220D-2E9B-306D-C72D2B033C3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/>
          <a:stretch/>
        </p:blipFill>
        <p:spPr>
          <a:xfrm>
            <a:off x="869247" y="2327441"/>
            <a:ext cx="5226753" cy="4009865"/>
          </a:xfrm>
        </p:spPr>
      </p:pic>
      <p:pic>
        <p:nvPicPr>
          <p:cNvPr id="11" name="Segnaposto contenuto 10">
            <a:extLst>
              <a:ext uri="{FF2B5EF4-FFF2-40B4-BE49-F238E27FC236}">
                <a16:creationId xmlns:a16="http://schemas.microsoft.com/office/drawing/2014/main" id="{FE5D0B9F-883E-A600-AEBB-3C50536FDE3A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312967" y="2327441"/>
            <a:ext cx="5226753" cy="4009865"/>
          </a:xfr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D7BE08FB-BF07-8FD8-8CA8-B4E90EF1362C}"/>
              </a:ext>
            </a:extLst>
          </p:cNvPr>
          <p:cNvSpPr txBox="1"/>
          <p:nvPr/>
        </p:nvSpPr>
        <p:spPr>
          <a:xfrm>
            <a:off x="1573619" y="2782669"/>
            <a:ext cx="22966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d = 1Mpc</a:t>
            </a:r>
          </a:p>
          <a:p>
            <a:r>
              <a:rPr lang="it-IT" dirty="0"/>
              <a:t>Life time of </a:t>
            </a:r>
            <a:r>
              <a:rPr lang="it-IT" dirty="0" err="1"/>
              <a:t>det</a:t>
            </a:r>
            <a:r>
              <a:rPr lang="it-IT" dirty="0"/>
              <a:t> </a:t>
            </a:r>
            <a:r>
              <a:rPr lang="it-IT" dirty="0" err="1"/>
              <a:t>configurations</a:t>
            </a:r>
            <a:endParaRPr lang="it-IT" dirty="0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E6A74F86-BBC4-63D7-A45A-86F0F3ACD4CE}"/>
              </a:ext>
            </a:extLst>
          </p:cNvPr>
          <p:cNvSpPr txBox="1"/>
          <p:nvPr/>
        </p:nvSpPr>
        <p:spPr>
          <a:xfrm>
            <a:off x="6946605" y="2782669"/>
            <a:ext cx="22966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d = 1Mpc</a:t>
            </a:r>
          </a:p>
          <a:p>
            <a:r>
              <a:rPr lang="it-IT" dirty="0"/>
              <a:t>Life time of </a:t>
            </a:r>
            <a:r>
              <a:rPr lang="it-IT" dirty="0" err="1"/>
              <a:t>det</a:t>
            </a:r>
            <a:r>
              <a:rPr lang="it-IT" dirty="0"/>
              <a:t> </a:t>
            </a:r>
            <a:r>
              <a:rPr lang="it-IT" dirty="0" err="1"/>
              <a:t>configurations</a:t>
            </a:r>
            <a:endParaRPr lang="it-IT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75CC86B2-4B53-9D13-B9AA-B0B67152E41D}"/>
              </a:ext>
            </a:extLst>
          </p:cNvPr>
          <p:cNvSpPr txBox="1"/>
          <p:nvPr/>
        </p:nvSpPr>
        <p:spPr>
          <a:xfrm>
            <a:off x="8361701" y="4161227"/>
            <a:ext cx="2216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>
                    <a:lumMod val="75000"/>
                  </a:schemeClr>
                </a:solidFill>
              </a:rPr>
              <a:t>Preliminary </a:t>
            </a:r>
            <a:r>
              <a:rPr lang="it-IT" dirty="0" err="1">
                <a:solidFill>
                  <a:schemeClr val="bg1">
                    <a:lumMod val="75000"/>
                  </a:schemeClr>
                </a:solidFill>
              </a:rPr>
              <a:t>results</a:t>
            </a:r>
            <a:endParaRPr lang="it-IT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3925070F-262F-3E7E-1029-3348C1CC6F2F}"/>
              </a:ext>
            </a:extLst>
          </p:cNvPr>
          <p:cNvSpPr txBox="1"/>
          <p:nvPr/>
        </p:nvSpPr>
        <p:spPr>
          <a:xfrm>
            <a:off x="2721935" y="4161227"/>
            <a:ext cx="2216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>
                    <a:lumMod val="75000"/>
                  </a:schemeClr>
                </a:solidFill>
              </a:rPr>
              <a:t>Preliminary </a:t>
            </a:r>
            <a:r>
              <a:rPr lang="it-IT" dirty="0" err="1">
                <a:solidFill>
                  <a:schemeClr val="bg1">
                    <a:lumMod val="75000"/>
                  </a:schemeClr>
                </a:solidFill>
              </a:rPr>
              <a:t>results</a:t>
            </a:r>
            <a:endParaRPr lang="it-IT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79270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A536A6-5ABF-1D41-DE2E-C34C9AE04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19477FC-AFD8-C6DF-EF43-428840F27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Catalog</a:t>
            </a:r>
            <a:r>
              <a:rPr lang="it-IT" dirty="0"/>
              <a:t> – SN </a:t>
            </a:r>
            <a:r>
              <a:rPr lang="it-IT" dirty="0" err="1"/>
              <a:t>iin</a:t>
            </a:r>
            <a:endParaRPr lang="it-IT" dirty="0"/>
          </a:p>
        </p:txBody>
      </p:sp>
      <p:pic>
        <p:nvPicPr>
          <p:cNvPr id="6" name="Segnaposto contenuto 5">
            <a:extLst>
              <a:ext uri="{FF2B5EF4-FFF2-40B4-BE49-F238E27FC236}">
                <a16:creationId xmlns:a16="http://schemas.microsoft.com/office/drawing/2014/main" id="{898A70F9-CA16-FE1E-BE09-B1AF366FEF5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21858" y="2315729"/>
            <a:ext cx="5026808" cy="3856471"/>
          </a:xfrm>
        </p:spPr>
      </p:pic>
      <p:pic>
        <p:nvPicPr>
          <p:cNvPr id="8" name="Segnaposto contenuto 7">
            <a:extLst>
              <a:ext uri="{FF2B5EF4-FFF2-40B4-BE49-F238E27FC236}">
                <a16:creationId xmlns:a16="http://schemas.microsoft.com/office/drawing/2014/main" id="{F78D6392-3346-03FE-9B8D-1B8A9DE72015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170428" y="2208770"/>
            <a:ext cx="5349653" cy="4070388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F16B584D-3496-4D27-3D7A-3E5E0D0B3329}"/>
              </a:ext>
            </a:extLst>
          </p:cNvPr>
          <p:cNvSpPr txBox="1"/>
          <p:nvPr/>
        </p:nvSpPr>
        <p:spPr>
          <a:xfrm>
            <a:off x="1548993" y="2664860"/>
            <a:ext cx="17862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ARCA 21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4ED0773A-E7BF-A832-CB0F-B40E6ED56F2D}"/>
              </a:ext>
            </a:extLst>
          </p:cNvPr>
          <p:cNvSpPr txBox="1"/>
          <p:nvPr/>
        </p:nvSpPr>
        <p:spPr>
          <a:xfrm>
            <a:off x="6900531" y="1494513"/>
            <a:ext cx="46995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There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an </a:t>
            </a:r>
            <a:r>
              <a:rPr lang="it-IT" dirty="0" err="1"/>
              <a:t>overlap</a:t>
            </a:r>
            <a:r>
              <a:rPr lang="it-IT" dirty="0"/>
              <a:t> </a:t>
            </a:r>
            <a:r>
              <a:rPr lang="it-IT" dirty="0" err="1"/>
              <a:t>between</a:t>
            </a:r>
            <a:r>
              <a:rPr lang="it-IT" dirty="0"/>
              <a:t> </a:t>
            </a:r>
            <a:r>
              <a:rPr lang="it-IT" dirty="0" err="1"/>
              <a:t>different</a:t>
            </a:r>
            <a:r>
              <a:rPr lang="it-IT" dirty="0"/>
              <a:t> </a:t>
            </a:r>
            <a:r>
              <a:rPr lang="it-IT" dirty="0" err="1"/>
              <a:t>configuration</a:t>
            </a:r>
            <a:r>
              <a:rPr lang="it-IT" dirty="0"/>
              <a:t> for some sources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20BF77A2-8EAA-A69C-4A47-652013795D7E}"/>
              </a:ext>
            </a:extLst>
          </p:cNvPr>
          <p:cNvSpPr txBox="1"/>
          <p:nvPr/>
        </p:nvSpPr>
        <p:spPr>
          <a:xfrm>
            <a:off x="8458039" y="3583771"/>
            <a:ext cx="2216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>
                    <a:lumMod val="75000"/>
                  </a:schemeClr>
                </a:solidFill>
              </a:rPr>
              <a:t>Preliminary </a:t>
            </a:r>
            <a:r>
              <a:rPr lang="it-IT" dirty="0" err="1">
                <a:solidFill>
                  <a:schemeClr val="bg1">
                    <a:lumMod val="75000"/>
                  </a:schemeClr>
                </a:solidFill>
              </a:rPr>
              <a:t>results</a:t>
            </a:r>
            <a:endParaRPr lang="it-IT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8076D5C3-A16B-9B47-5AF2-85D2A88267E4}"/>
              </a:ext>
            </a:extLst>
          </p:cNvPr>
          <p:cNvSpPr txBox="1"/>
          <p:nvPr/>
        </p:nvSpPr>
        <p:spPr>
          <a:xfrm>
            <a:off x="1969007" y="3598355"/>
            <a:ext cx="2216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>
                    <a:lumMod val="75000"/>
                  </a:schemeClr>
                </a:solidFill>
              </a:rPr>
              <a:t>Preliminary </a:t>
            </a:r>
            <a:r>
              <a:rPr lang="it-IT" dirty="0" err="1">
                <a:solidFill>
                  <a:schemeClr val="bg1">
                    <a:lumMod val="75000"/>
                  </a:schemeClr>
                </a:solidFill>
              </a:rPr>
              <a:t>results</a:t>
            </a:r>
            <a:endParaRPr lang="it-IT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98025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269E191-A595-5664-FBD1-5FEF333EB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Catalog</a:t>
            </a:r>
            <a:r>
              <a:rPr lang="it-IT" dirty="0"/>
              <a:t> – SN </a:t>
            </a:r>
            <a:r>
              <a:rPr lang="it-IT" dirty="0" err="1"/>
              <a:t>iIp</a:t>
            </a:r>
            <a:endParaRPr lang="it-IT" dirty="0"/>
          </a:p>
        </p:txBody>
      </p:sp>
      <p:pic>
        <p:nvPicPr>
          <p:cNvPr id="6" name="Segnaposto contenuto 5">
            <a:extLst>
              <a:ext uri="{FF2B5EF4-FFF2-40B4-BE49-F238E27FC236}">
                <a16:creationId xmlns:a16="http://schemas.microsoft.com/office/drawing/2014/main" id="{ABB6606C-B15B-56B6-A8CC-DFD7BF272DA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/>
          <a:stretch/>
        </p:blipFill>
        <p:spPr>
          <a:xfrm>
            <a:off x="821858" y="2294333"/>
            <a:ext cx="5026808" cy="3856471"/>
          </a:xfr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E317D38D-B212-5EE3-C512-8AEA8EFC52A6}"/>
              </a:ext>
            </a:extLst>
          </p:cNvPr>
          <p:cNvSpPr txBox="1"/>
          <p:nvPr/>
        </p:nvSpPr>
        <p:spPr>
          <a:xfrm>
            <a:off x="4473949" y="2590199"/>
            <a:ext cx="17862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ARCA 21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DED7BA37-7FBE-9CBB-DABE-06552E1E02B1}"/>
              </a:ext>
            </a:extLst>
          </p:cNvPr>
          <p:cNvSpPr txBox="1"/>
          <p:nvPr/>
        </p:nvSpPr>
        <p:spPr>
          <a:xfrm>
            <a:off x="2642776" y="3639143"/>
            <a:ext cx="2216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>
                    <a:lumMod val="75000"/>
                  </a:schemeClr>
                </a:solidFill>
              </a:rPr>
              <a:t>Preliminary </a:t>
            </a:r>
            <a:r>
              <a:rPr lang="it-IT" dirty="0" err="1">
                <a:solidFill>
                  <a:schemeClr val="bg1">
                    <a:lumMod val="75000"/>
                  </a:schemeClr>
                </a:solidFill>
              </a:rPr>
              <a:t>results</a:t>
            </a:r>
            <a:endParaRPr lang="it-IT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15" name="Segnaposto contenuto 5">
            <a:extLst>
              <a:ext uri="{FF2B5EF4-FFF2-40B4-BE49-F238E27FC236}">
                <a16:creationId xmlns:a16="http://schemas.microsoft.com/office/drawing/2014/main" id="{DDC8D1E7-9C56-FAF8-6B8B-2D601E21A98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260218" y="2337124"/>
            <a:ext cx="5026808" cy="3813680"/>
          </a:xfrm>
          <a:prstGeom prst="rect">
            <a:avLst/>
          </a:prstGeom>
        </p:spPr>
      </p:pic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BB5B502E-D14D-3FA7-9B45-6861228EAB58}"/>
              </a:ext>
            </a:extLst>
          </p:cNvPr>
          <p:cNvSpPr txBox="1"/>
          <p:nvPr/>
        </p:nvSpPr>
        <p:spPr>
          <a:xfrm>
            <a:off x="9500757" y="2594568"/>
            <a:ext cx="17862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ARCA 8</a:t>
            </a: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3131F557-39E5-A98F-A101-6395F2F79409}"/>
              </a:ext>
            </a:extLst>
          </p:cNvPr>
          <p:cNvSpPr txBox="1"/>
          <p:nvPr/>
        </p:nvSpPr>
        <p:spPr>
          <a:xfrm>
            <a:off x="8099167" y="4502425"/>
            <a:ext cx="2216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>
                    <a:lumMod val="75000"/>
                  </a:schemeClr>
                </a:solidFill>
              </a:rPr>
              <a:t>Preliminary </a:t>
            </a:r>
            <a:r>
              <a:rPr lang="it-IT" dirty="0" err="1">
                <a:solidFill>
                  <a:schemeClr val="bg1">
                    <a:lumMod val="75000"/>
                  </a:schemeClr>
                </a:solidFill>
              </a:rPr>
              <a:t>results</a:t>
            </a:r>
            <a:endParaRPr lang="it-IT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96530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9B96E4-DFC8-653F-189B-F8C064C1D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5DB95CD-2F0D-483D-B854-C49A3B827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Catalog</a:t>
            </a:r>
            <a:r>
              <a:rPr lang="it-IT" dirty="0"/>
              <a:t> – SN </a:t>
            </a:r>
            <a:r>
              <a:rPr lang="it-IT" dirty="0" err="1"/>
              <a:t>iIp</a:t>
            </a:r>
            <a:endParaRPr lang="it-IT" dirty="0"/>
          </a:p>
        </p:txBody>
      </p:sp>
      <p:pic>
        <p:nvPicPr>
          <p:cNvPr id="6" name="Segnaposto contenuto 5">
            <a:extLst>
              <a:ext uri="{FF2B5EF4-FFF2-40B4-BE49-F238E27FC236}">
                <a16:creationId xmlns:a16="http://schemas.microsoft.com/office/drawing/2014/main" id="{233AE2BB-CD98-8C93-4667-70D54850609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/>
          <a:stretch/>
        </p:blipFill>
        <p:spPr>
          <a:xfrm>
            <a:off x="1069192" y="2315729"/>
            <a:ext cx="5026808" cy="3856471"/>
          </a:xfr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EFFF1BD1-8402-1F52-A169-A43E832ABB3C}"/>
              </a:ext>
            </a:extLst>
          </p:cNvPr>
          <p:cNvSpPr txBox="1"/>
          <p:nvPr/>
        </p:nvSpPr>
        <p:spPr>
          <a:xfrm>
            <a:off x="1717095" y="2590199"/>
            <a:ext cx="17862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ARCA 19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CC036B12-8B18-6AD4-7FED-7C603D040D81}"/>
              </a:ext>
            </a:extLst>
          </p:cNvPr>
          <p:cNvSpPr txBox="1"/>
          <p:nvPr/>
        </p:nvSpPr>
        <p:spPr>
          <a:xfrm>
            <a:off x="2642776" y="3639143"/>
            <a:ext cx="2216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>
                    <a:lumMod val="75000"/>
                  </a:schemeClr>
                </a:solidFill>
              </a:rPr>
              <a:t>Preliminary </a:t>
            </a:r>
            <a:r>
              <a:rPr lang="it-IT" dirty="0" err="1">
                <a:solidFill>
                  <a:schemeClr val="bg1">
                    <a:lumMod val="75000"/>
                  </a:schemeClr>
                </a:solidFill>
              </a:rPr>
              <a:t>results</a:t>
            </a:r>
            <a:endParaRPr lang="it-IT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83049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106E798-419A-F193-B571-2B32BCD4B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Unbinned</a:t>
            </a:r>
            <a:r>
              <a:rPr lang="it-IT" dirty="0"/>
              <a:t> - time </a:t>
            </a:r>
            <a:r>
              <a:rPr lang="it-IT" dirty="0" err="1"/>
              <a:t>depedent</a:t>
            </a:r>
            <a:r>
              <a:rPr lang="it-IT" dirty="0"/>
              <a:t> </a:t>
            </a:r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2EA14CA2-2DF8-190B-8DF4-B62AAF9D492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080616" y="2330853"/>
            <a:ext cx="4789168" cy="3891875"/>
          </a:xfrm>
          <a:prstGeom prst="rect">
            <a:avLst/>
          </a:prstGeom>
        </p:spPr>
      </p:pic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1176E6D8-ADFF-79BD-6C32-9D607FCC3D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096000" y="2641340"/>
            <a:ext cx="5695666" cy="593180"/>
          </a:xfrm>
        </p:spPr>
        <p:txBody>
          <a:bodyPr>
            <a:normAutofit fontScale="92500"/>
          </a:bodyPr>
          <a:lstStyle/>
          <a:p>
            <a:pPr marL="285750" indent="-285750">
              <a:buFont typeface="Wingdings" panose="05000000000000000000" pitchFamily="2" charset="2"/>
              <a:buChar char="è"/>
            </a:pPr>
            <a:r>
              <a:rPr lang="it-IT" dirty="0"/>
              <a:t>Discovery </a:t>
            </a:r>
            <a:r>
              <a:rPr lang="it-IT" dirty="0" err="1"/>
              <a:t>Potential</a:t>
            </a:r>
            <a:r>
              <a:rPr lang="it-IT" dirty="0"/>
              <a:t> from </a:t>
            </a:r>
            <a:r>
              <a:rPr lang="it-IT" dirty="0" err="1"/>
              <a:t>tests</a:t>
            </a:r>
            <a:r>
              <a:rPr lang="it-IT" dirty="0"/>
              <a:t> on box </a:t>
            </a:r>
            <a:r>
              <a:rPr lang="it-IT" dirty="0" err="1"/>
              <a:t>function</a:t>
            </a:r>
            <a:r>
              <a:rPr lang="it-IT" dirty="0"/>
              <a:t> (Thanks to Walid, Francesco C., </a:t>
            </a:r>
            <a:r>
              <a:rPr lang="it-IT" dirty="0" err="1"/>
              <a:t>Meriem</a:t>
            </a:r>
            <a:r>
              <a:rPr lang="it-IT" dirty="0"/>
              <a:t> and Sonia)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6E0157E8-2670-CB9A-27C9-AEA014F48346}"/>
              </a:ext>
            </a:extLst>
          </p:cNvPr>
          <p:cNvSpPr txBox="1"/>
          <p:nvPr/>
        </p:nvSpPr>
        <p:spPr>
          <a:xfrm>
            <a:off x="6692814" y="3527771"/>
            <a:ext cx="4418570" cy="923330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it-IT" dirty="0" err="1"/>
              <a:t>As</a:t>
            </a:r>
            <a:r>
              <a:rPr lang="it-IT" dirty="0"/>
              <a:t> </a:t>
            </a:r>
            <a:r>
              <a:rPr lang="it-IT" dirty="0" err="1"/>
              <a:t>next</a:t>
            </a:r>
            <a:r>
              <a:rPr lang="it-IT" dirty="0"/>
              <a:t> step, I </a:t>
            </a:r>
            <a:r>
              <a:rPr lang="it-IT" dirty="0" err="1"/>
              <a:t>will</a:t>
            </a:r>
            <a:r>
              <a:rPr lang="it-IT" dirty="0"/>
              <a:t> help to </a:t>
            </a:r>
            <a:r>
              <a:rPr lang="it-IT" dirty="0" err="1"/>
              <a:t>implement</a:t>
            </a:r>
            <a:r>
              <a:rPr lang="it-IT" dirty="0"/>
              <a:t> the light curve of </a:t>
            </a:r>
            <a:r>
              <a:rPr lang="it-IT" dirty="0" err="1"/>
              <a:t>Murase</a:t>
            </a:r>
            <a:r>
              <a:rPr lang="it-IT" dirty="0"/>
              <a:t> in the framework.</a:t>
            </a: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2832C2C7-1875-DE7E-8009-AF5F1B3B84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4064" y="4670244"/>
            <a:ext cx="3305782" cy="993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694873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VTI">
  <a:themeElements>
    <a:clrScheme name="Gradient">
      <a:dk1>
        <a:sysClr val="windowText" lastClr="000000"/>
      </a:dk1>
      <a:lt1>
        <a:sysClr val="window" lastClr="FFFFFF"/>
      </a:lt1>
      <a:dk2>
        <a:srgbClr val="10013F"/>
      </a:dk2>
      <a:lt2>
        <a:srgbClr val="F2F0FF"/>
      </a:lt2>
      <a:accent1>
        <a:srgbClr val="814DFF"/>
      </a:accent1>
      <a:accent2>
        <a:srgbClr val="243FFF"/>
      </a:accent2>
      <a:accent3>
        <a:srgbClr val="FF83B6"/>
      </a:accent3>
      <a:accent4>
        <a:srgbClr val="FF9022"/>
      </a:accent4>
      <a:accent5>
        <a:srgbClr val="FF1F85"/>
      </a:accent5>
      <a:accent6>
        <a:srgbClr val="1A98FF"/>
      </a:accent6>
      <a:hlink>
        <a:srgbClr val="0563C1"/>
      </a:hlink>
      <a:folHlink>
        <a:srgbClr val="954F72"/>
      </a:folHlink>
    </a:clrScheme>
    <a:fontScheme name="Univers">
      <a:majorFont>
        <a:latin typeface="Univers"/>
        <a:ea typeface=""/>
        <a:cs typeface=""/>
      </a:majorFont>
      <a:minorFont>
        <a:latin typeface="Univer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892863_TF89338750_Win32" id="{67303D53-E497-4E8A-A1B0-F8D4DA913DFF}" vid="{0B2B8082-CFD4-436D-9CB1-F42DAFFE77E0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0E87F72-70BF-43BC-A0D4-53665DC12672}">
  <ds:schemaRefs>
    <ds:schemaRef ds:uri="http://schemas.microsoft.com/sharepoint/v3"/>
    <ds:schemaRef ds:uri="http://purl.org/dc/elements/1.1/"/>
    <ds:schemaRef ds:uri="http://www.w3.org/XML/1998/namespace"/>
    <ds:schemaRef ds:uri="http://schemas.microsoft.com/office/infopath/2007/PartnerControls"/>
    <ds:schemaRef ds:uri="71af3243-3dd4-4a8d-8c0d-dd76da1f02a5"/>
    <ds:schemaRef ds:uri="http://schemas.microsoft.com/office/2006/metadata/properties"/>
    <ds:schemaRef ds:uri="http://purl.org/dc/dcmitype/"/>
    <ds:schemaRef ds:uri="http://schemas.microsoft.com/office/2006/documentManagement/types"/>
    <ds:schemaRef ds:uri="http://schemas.openxmlformats.org/package/2006/metadata/core-properties"/>
    <ds:schemaRef ds:uri="230e9df3-be65-4c73-a93b-d1236ebd677e"/>
    <ds:schemaRef ds:uri="16c05727-aa75-4e4a-9b5f-8a80a1165891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FABD9919-8F5A-4B99-83E1-E90FE1DCF2E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2D646E0-DCC8-4209-B539-AA58186B682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{DE21247D-65F0-4505-846E-5D1C0B774B70}tf89338750_win32</Template>
  <TotalTime>3171</TotalTime>
  <Words>364</Words>
  <Application>Microsoft Office PowerPoint</Application>
  <PresentationFormat>Widescreen</PresentationFormat>
  <Paragraphs>58</Paragraphs>
  <Slides>12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12</vt:i4>
      </vt:variant>
    </vt:vector>
  </HeadingPairs>
  <TitlesOfParts>
    <vt:vector size="19" baseType="lpstr">
      <vt:lpstr>Arial</vt:lpstr>
      <vt:lpstr>Calibri</vt:lpstr>
      <vt:lpstr>Cambria Math</vt:lpstr>
      <vt:lpstr>Roboto</vt:lpstr>
      <vt:lpstr>Univers</vt:lpstr>
      <vt:lpstr>Wingdings</vt:lpstr>
      <vt:lpstr>GradientVTI</vt:lpstr>
      <vt:lpstr>He neutrinos emission from sn explosion</vt:lpstr>
      <vt:lpstr>Status of the analysis</vt:lpstr>
      <vt:lpstr>MODELING THE FLUX – SN IIN</vt:lpstr>
      <vt:lpstr>Modeling the flux – sn iIp</vt:lpstr>
      <vt:lpstr>Modeling the flux – sn iIp</vt:lpstr>
      <vt:lpstr>Modeling the flux – sn iIp</vt:lpstr>
      <vt:lpstr>Cut&amp;count analysis - 1</vt:lpstr>
      <vt:lpstr>Cut&amp;count analysis - 2</vt:lpstr>
      <vt:lpstr>Catalog – SN iin</vt:lpstr>
      <vt:lpstr>Catalog – SN iIp</vt:lpstr>
      <vt:lpstr>Catalog – SN iIp</vt:lpstr>
      <vt:lpstr>Unbinned - time depedent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VERONICA OLIVIERO</dc:creator>
  <cp:lastModifiedBy>VERONICA OLIVIERO</cp:lastModifiedBy>
  <cp:revision>5</cp:revision>
  <dcterms:created xsi:type="dcterms:W3CDTF">2025-05-28T13:43:07Z</dcterms:created>
  <dcterms:modified xsi:type="dcterms:W3CDTF">2025-05-30T18:35:00Z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